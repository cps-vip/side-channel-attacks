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b7101ad8074678" /><Relationship Type="http://schemas.openxmlformats.org/officeDocument/2006/relationships/extended-properties" Target="/docProps/app.xml" Id="R730458dde9064dc4" /><Relationship Type="http://schemas.openxmlformats.org/officeDocument/2006/relationships/officeDocument" Target="/ppt/presentation.xml" Id="R1a84c764a15c4e1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5bc7ef7f0444553"/>
    <p:sldMasterId xmlns:r="http://schemas.openxmlformats.org/officeDocument/2006/relationships" id="2147483660" r:id="Ree009d5d1efe44d0"/>
  </p:sldMasterIdLst>
  <p:notesMasterIdLst>
    <p:notesMasterId xmlns:r="http://schemas.openxmlformats.org/officeDocument/2006/relationships" r:id="R4674f0d7365b4a6e"/>
  </p:notesMasterIdLst>
  <p:sldIdLst>
    <p:sldId xmlns:r="http://schemas.openxmlformats.org/officeDocument/2006/relationships" id="256" r:id="R04996fed1ab14424"/>
    <p:sldId xmlns:r="http://schemas.openxmlformats.org/officeDocument/2006/relationships" id="257" r:id="Rac99883db5104eca"/>
    <p:sldId xmlns:r="http://schemas.openxmlformats.org/officeDocument/2006/relationships" id="258" r:id="R14a5993b092c429a"/>
  </p:sldIdLst>
  <p:sldSz cx="12192000" cy="6858000"/>
  <p:notesSz cx="6858000" cy="9144000"/>
  <p:embeddedFontLst>
    <p:embeddedFont>
      <p:font typeface="Quattrocento Sans"/>
      <p:regular xmlns:r="http://schemas.openxmlformats.org/officeDocument/2006/relationships" r:id="R7db065f84b9f4537"/>
      <p:bold xmlns:r="http://schemas.openxmlformats.org/officeDocument/2006/relationships" r:id="Ra05319ea4b4442e3"/>
      <p:italic xmlns:r="http://schemas.openxmlformats.org/officeDocument/2006/relationships" r:id="R9f59f6ba054640fb"/>
      <p:boldItalic xmlns:r="http://schemas.openxmlformats.org/officeDocument/2006/relationships" r:id="R6bdf85dc9cfb4ab5"/>
    </p:embeddedFont>
    <p:embeddedFont>
      <p:font typeface="Fira Sans Extra Condensed"/>
      <p:regular xmlns:r="http://schemas.openxmlformats.org/officeDocument/2006/relationships" r:id="R7406eca21b90436f"/>
      <p:bold xmlns:r="http://schemas.openxmlformats.org/officeDocument/2006/relationships" r:id="R9dbeefb241924188"/>
      <p:italic xmlns:r="http://schemas.openxmlformats.org/officeDocument/2006/relationships" r:id="R38fdac0c08ef4c2d"/>
      <p:boldItalic xmlns:r="http://schemas.openxmlformats.org/officeDocument/2006/relationships" r:id="Rc9b7a79b98d64e9c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3225361-4E54-490B-8115-B04F197A4594}">
  <a:tblStyle styleId="{53225361-4E54-490B-8115-B04F197A45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623f5b7b3b4027" /><Relationship Type="http://schemas.openxmlformats.org/officeDocument/2006/relationships/slideMaster" Target="/ppt/slideMasters/slideMaster1.xml" Id="Re5bc7ef7f0444553" /><Relationship Type="http://schemas.openxmlformats.org/officeDocument/2006/relationships/slideMaster" Target="/ppt/slideMasters/slideMaster2.xml" Id="Ree009d5d1efe44d0" /><Relationship Type="http://schemas.openxmlformats.org/officeDocument/2006/relationships/notesMaster" Target="/ppt/notesMasters/notesMaster1.xml" Id="R4674f0d7365b4a6e" /><Relationship Type="http://schemas.openxmlformats.org/officeDocument/2006/relationships/presProps" Target="/ppt/presProps.xml" Id="Rc114ac872b134c5c" /><Relationship Type="http://schemas.openxmlformats.org/officeDocument/2006/relationships/tableStyles" Target="/ppt/tableStyles.xml" Id="R7e16a50d6bcf4075" /><Relationship Type="http://schemas.openxmlformats.org/officeDocument/2006/relationships/font" Target="/ppt/fonts/font.dat" Id="R7db065f84b9f4537" /><Relationship Type="http://schemas.openxmlformats.org/officeDocument/2006/relationships/font" Target="/ppt/fonts/font2.dat" Id="Ra05319ea4b4442e3" /><Relationship Type="http://schemas.openxmlformats.org/officeDocument/2006/relationships/font" Target="/ppt/fonts/font3.dat" Id="R9f59f6ba054640fb" /><Relationship Type="http://schemas.openxmlformats.org/officeDocument/2006/relationships/font" Target="/ppt/fonts/font4.dat" Id="R6bdf85dc9cfb4ab5" /><Relationship Type="http://schemas.openxmlformats.org/officeDocument/2006/relationships/font" Target="/ppt/fonts/font5.dat" Id="R7406eca21b90436f" /><Relationship Type="http://schemas.openxmlformats.org/officeDocument/2006/relationships/font" Target="/ppt/fonts/font6.dat" Id="R9dbeefb241924188" /><Relationship Type="http://schemas.openxmlformats.org/officeDocument/2006/relationships/font" Target="/ppt/fonts/font7.dat" Id="R38fdac0c08ef4c2d" /><Relationship Type="http://schemas.openxmlformats.org/officeDocument/2006/relationships/font" Target="/ppt/fonts/font8.dat" Id="Rc9b7a79b98d64e9c" /><Relationship Type="http://schemas.openxmlformats.org/officeDocument/2006/relationships/slide" Target="/ppt/slides/slide1.xml" Id="R04996fed1ab14424" /><Relationship Type="http://schemas.openxmlformats.org/officeDocument/2006/relationships/slide" Target="/ppt/slides/slide2.xml" Id="Rac99883db5104eca" /><Relationship Type="http://schemas.openxmlformats.org/officeDocument/2006/relationships/slide" Target="/ppt/slides/slide3.xml" Id="R14a5993b092c42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85ec3a5bcc44e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e1948d3eb043b4" /><Relationship Type="http://schemas.openxmlformats.org/officeDocument/2006/relationships/notesMaster" Target="/ppt/notesMasters/notesMaster1.xml" Id="R394141553b6c47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0f800d2ce84dab" /><Relationship Type="http://schemas.openxmlformats.org/officeDocument/2006/relationships/notesMaster" Target="/ppt/notesMasters/notesMaster1.xml" Id="R6b23d954f2ad40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db13f9ca5349fd" /><Relationship Type="http://schemas.openxmlformats.org/officeDocument/2006/relationships/notesMaster" Target="/ppt/notesMasters/notesMaster1.xml" Id="R05c94ecfdc6f43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Code excerpt from naive-checker/naive_checker.py, vulnerable_check. The optional work loop is omitted here because the natural-timing experiment uses work=0. The excerpt preserves the length check, early-return comparison, and success return. The checker itself does not expose a timer. The original Python function demonstrates the logic; the native C backend measures repeated calls. Original notebook dated 10/05 reports successful recovery of synthetic cabd. Compared with the team deck Rust stdin approach, this project measures comparison batches inside a native Windows backend. TSC ticks are reference ticks, not actual CPU execution cycles.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Source: pswd-checker-v1/research_results/cmd-run-01/REPORT.md and report.json, models/cmd-run-01.json, datasets/cmd-run-01/manifest.json. 7,488,000 timed candidate batches collected. Passwords, not individual timing rows, define splits, so repeated measurements of a password stay in one split. The linear ranker uses 18 quantile-based timing features with final-position interactions. Recovery knows length and alphabet but constructs its own prefix; it does not receive the secret. Five model failures are last-character-only, three involve earlier errors. One machine and collection blocks do not establish cross-machine generalization. Fixed-work negative control is not proof of security.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Source: pswd-checker-v2/research_results/v2-run-01/REPORT.md and report.json. Best observed setup is model + adaptive sampling + final-unit verification, not full beam/detector. Model uses 42 rank features; separate prefix detector uses 14 features. Mean total calls fall from 9,000,001 for fixed model to 3,951,713 for adaptive model, a 56.09% reduction. Both methods get the same per-password timing/warmup and verification caps. Adaptive median recovers 24/39. Beam recovers 0/39 and exhausts its timing budget, full recovers 1/39. Wrong-prefix detector sensitivity 13.6%, valid-prefix false rejection 2.8%. All fixed-work control configurations recover 0/39. Known length/alphabet, no artificial timing amplification. Different V1/V2 secrets and collection settings preclude a controlled version-to-version claim.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a65b1aa52d47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065dc9163342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334819623c40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c2ffb09b6c4d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fe23e0b87b41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5a9011cfb84b8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bdc73a7a047a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214ced8ab14d6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1a860548a4fe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c7756a50d94db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c79fd2fda40c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1b72571c9148b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13b21ffb15471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d17b757c901491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da9e53174944138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d65aaeb1e1147c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5776d0a9641440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a05e9840dc4a2d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50ea6a1bc8c466a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72603d403074cc4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e875eed43944791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bf2bab0736414e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1665dbc11254a8b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834ce694769436e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16">
            <a:extLst xmlns:a="http://schemas.openxmlformats.org/drawingml/2006/main">
              <a:ext uri="{FF2B5EF4-FFF2-40B4-BE49-F238E27FC236}">
                <a16:creationId xmlns:a16="http://schemas.microsoft.com/office/drawing/2014/main" id="{BB78896A-1630-4F19-9560-D160434A3CE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16">
            <a:extLst xmlns:a="http://schemas.openxmlformats.org/drawingml/2006/main">
              <a:ext uri="{FF2B5EF4-FFF2-40B4-BE49-F238E27FC236}">
                <a16:creationId xmlns:a16="http://schemas.microsoft.com/office/drawing/2014/main" id="{C9D7889F-9C58-4E38-8CC7-ADD3B8D2CA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8" name="Google Shape;18;p16">
            <a:extLst xmlns:a="http://schemas.openxmlformats.org/drawingml/2006/main">
              <a:ext uri="{FF2B5EF4-FFF2-40B4-BE49-F238E27FC236}">
                <a16:creationId xmlns:a16="http://schemas.microsoft.com/office/drawing/2014/main" id="{493D7C49-ECF8-432E-86E7-6061152B00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16">
            <a:extLst xmlns:a="http://schemas.openxmlformats.org/drawingml/2006/main">
              <a:ext uri="{FF2B5EF4-FFF2-40B4-BE49-F238E27FC236}">
                <a16:creationId xmlns:a16="http://schemas.microsoft.com/office/drawing/2014/main" id="{4D3BC5C8-027A-466F-9099-A7D968C05E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16">
            <a:extLst xmlns:a="http://schemas.openxmlformats.org/drawingml/2006/main">
              <a:ext uri="{FF2B5EF4-FFF2-40B4-BE49-F238E27FC236}">
                <a16:creationId xmlns:a16="http://schemas.microsoft.com/office/drawing/2014/main" id="{1D98773E-0FBC-4A97-9557-94FD9A619B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18">
            <a:extLst xmlns:a="http://schemas.openxmlformats.org/drawingml/2006/main">
              <a:ext uri="{FF2B5EF4-FFF2-40B4-BE49-F238E27FC236}">
                <a16:creationId xmlns:a16="http://schemas.microsoft.com/office/drawing/2014/main" id="{603A31DB-830D-4CE0-85D0-4E96AC91CE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18">
            <a:extLst xmlns:a="http://schemas.openxmlformats.org/drawingml/2006/main">
              <a:ext uri="{FF2B5EF4-FFF2-40B4-BE49-F238E27FC236}">
                <a16:creationId xmlns:a16="http://schemas.microsoft.com/office/drawing/2014/main" id="{344A6B0E-A420-4F8B-975C-77FC5D8723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4" name="Google Shape;24;p18">
            <a:extLst xmlns:a="http://schemas.openxmlformats.org/drawingml/2006/main">
              <a:ext uri="{FF2B5EF4-FFF2-40B4-BE49-F238E27FC236}">
                <a16:creationId xmlns:a16="http://schemas.microsoft.com/office/drawing/2014/main" id="{34DBFE23-0071-4A05-A5F5-7EA76C6FF7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18">
            <a:extLst xmlns:a="http://schemas.openxmlformats.org/drawingml/2006/main">
              <a:ext uri="{FF2B5EF4-FFF2-40B4-BE49-F238E27FC236}">
                <a16:creationId xmlns:a16="http://schemas.microsoft.com/office/drawing/2014/main" id="{31CCC45C-2316-4252-B87E-5DA2BB566C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18">
            <a:extLst xmlns:a="http://schemas.openxmlformats.org/drawingml/2006/main">
              <a:ext uri="{FF2B5EF4-FFF2-40B4-BE49-F238E27FC236}">
                <a16:creationId xmlns:a16="http://schemas.microsoft.com/office/drawing/2014/main" id="{2E95E73A-60B5-4E4A-8A83-8052A6F68B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17">
            <a:extLst xmlns:a="http://schemas.openxmlformats.org/drawingml/2006/main">
              <a:ext uri="{FF2B5EF4-FFF2-40B4-BE49-F238E27FC236}">
                <a16:creationId xmlns:a16="http://schemas.microsoft.com/office/drawing/2014/main" id="{C3C57B4A-BDEA-40FA-9F9B-E86AAB96F2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17">
            <a:extLst xmlns:a="http://schemas.openxmlformats.org/drawingml/2006/main">
              <a:ext uri="{FF2B5EF4-FFF2-40B4-BE49-F238E27FC236}">
                <a16:creationId xmlns:a16="http://schemas.microsoft.com/office/drawing/2014/main" id="{4EEA2328-96BF-4494-A8B4-1D69CB272D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0" name="Google Shape;30;p17">
            <a:extLst xmlns:a="http://schemas.openxmlformats.org/drawingml/2006/main">
              <a:ext uri="{FF2B5EF4-FFF2-40B4-BE49-F238E27FC236}">
                <a16:creationId xmlns:a16="http://schemas.microsoft.com/office/drawing/2014/main" id="{36867AAD-25DB-4443-BA5B-F7F620655D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1" name="Google Shape;31;p17">
            <a:extLst xmlns:a="http://schemas.openxmlformats.org/drawingml/2006/main">
              <a:ext uri="{FF2B5EF4-FFF2-40B4-BE49-F238E27FC236}">
                <a16:creationId xmlns:a16="http://schemas.microsoft.com/office/drawing/2014/main" id="{2E45D734-F800-4FD9-B1A2-C06F0DA5A9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17">
            <a:extLst xmlns:a="http://schemas.openxmlformats.org/drawingml/2006/main">
              <a:ext uri="{FF2B5EF4-FFF2-40B4-BE49-F238E27FC236}">
                <a16:creationId xmlns:a16="http://schemas.microsoft.com/office/drawing/2014/main" id="{8AF6BF61-0480-435D-9C70-9C74317363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3" name="Google Shape;33;p17">
            <a:extLst xmlns:a="http://schemas.openxmlformats.org/drawingml/2006/main">
              <a:ext uri="{FF2B5EF4-FFF2-40B4-BE49-F238E27FC236}">
                <a16:creationId xmlns:a16="http://schemas.microsoft.com/office/drawing/2014/main" id="{77801D49-1A11-4636-BD24-9413D888B5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19">
            <a:extLst xmlns:a="http://schemas.openxmlformats.org/drawingml/2006/main">
              <a:ext uri="{FF2B5EF4-FFF2-40B4-BE49-F238E27FC236}">
                <a16:creationId xmlns:a16="http://schemas.microsoft.com/office/drawing/2014/main" id="{A0FE3533-574A-46BD-A6B2-94DD2B4A4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6" name="Google Shape;36;p19">
            <a:extLst xmlns:a="http://schemas.openxmlformats.org/drawingml/2006/main">
              <a:ext uri="{FF2B5EF4-FFF2-40B4-BE49-F238E27FC236}">
                <a16:creationId xmlns:a16="http://schemas.microsoft.com/office/drawing/2014/main" id="{FB72C9DE-E7AA-4270-AC38-23AF89A10E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7" name="Google Shape;37;p19">
            <a:extLst xmlns:a="http://schemas.openxmlformats.org/drawingml/2006/main">
              <a:ext uri="{FF2B5EF4-FFF2-40B4-BE49-F238E27FC236}">
                <a16:creationId xmlns:a16="http://schemas.microsoft.com/office/drawing/2014/main" id="{BBF2A4F1-E001-408E-9ACA-99EC79606A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Google Shape;38;p19">
            <a:extLst xmlns:a="http://schemas.openxmlformats.org/drawingml/2006/main">
              <a:ext uri="{FF2B5EF4-FFF2-40B4-BE49-F238E27FC236}">
                <a16:creationId xmlns:a16="http://schemas.microsoft.com/office/drawing/2014/main" id="{856ED983-9122-451F-9D41-5CBFE2A189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19">
            <a:extLst xmlns:a="http://schemas.openxmlformats.org/drawingml/2006/main">
              <a:ext uri="{FF2B5EF4-FFF2-40B4-BE49-F238E27FC236}">
                <a16:creationId xmlns:a16="http://schemas.microsoft.com/office/drawing/2014/main" id="{C22A143E-78DB-4798-8EDB-FE3195E07F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20">
            <a:extLst xmlns:a="http://schemas.openxmlformats.org/drawingml/2006/main">
              <a:ext uri="{FF2B5EF4-FFF2-40B4-BE49-F238E27FC236}">
                <a16:creationId xmlns:a16="http://schemas.microsoft.com/office/drawing/2014/main" id="{F2B86D64-3F8C-4D38-91C2-518F2E2E2F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20">
            <a:extLst xmlns:a="http://schemas.openxmlformats.org/drawingml/2006/main">
              <a:ext uri="{FF2B5EF4-FFF2-40B4-BE49-F238E27FC236}">
                <a16:creationId xmlns:a16="http://schemas.microsoft.com/office/drawing/2014/main" id="{C40E1F1E-95AC-4666-B43A-E9B0645F45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3" name="Google Shape;43;p20">
            <a:extLst xmlns:a="http://schemas.openxmlformats.org/drawingml/2006/main">
              <a:ext uri="{FF2B5EF4-FFF2-40B4-BE49-F238E27FC236}">
                <a16:creationId xmlns:a16="http://schemas.microsoft.com/office/drawing/2014/main" id="{F3A0F29C-4298-4E74-A240-C414A2CB14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4" name="Google Shape;44;p20">
            <a:extLst xmlns:a="http://schemas.openxmlformats.org/drawingml/2006/main">
              <a:ext uri="{FF2B5EF4-FFF2-40B4-BE49-F238E27FC236}">
                <a16:creationId xmlns:a16="http://schemas.microsoft.com/office/drawing/2014/main" id="{011415AB-7EFC-4DB8-ABDF-181D00D78C7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5" name="Google Shape;45;p20">
            <a:extLst xmlns:a="http://schemas.openxmlformats.org/drawingml/2006/main">
              <a:ext uri="{FF2B5EF4-FFF2-40B4-BE49-F238E27FC236}">
                <a16:creationId xmlns:a16="http://schemas.microsoft.com/office/drawing/2014/main" id="{68868E87-5DD7-4B79-9759-7F4BABADE528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6" name="Google Shape;46;p20">
            <a:extLst xmlns:a="http://schemas.openxmlformats.org/drawingml/2006/main">
              <a:ext uri="{FF2B5EF4-FFF2-40B4-BE49-F238E27FC236}">
                <a16:creationId xmlns:a16="http://schemas.microsoft.com/office/drawing/2014/main" id="{765B00A1-BB13-4520-B0B6-E74DE7E908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Google Shape;47;p20">
            <a:extLst xmlns:a="http://schemas.openxmlformats.org/drawingml/2006/main">
              <a:ext uri="{FF2B5EF4-FFF2-40B4-BE49-F238E27FC236}">
                <a16:creationId xmlns:a16="http://schemas.microsoft.com/office/drawing/2014/main" id="{457941B8-0F54-4D0B-B062-0F06E26041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20">
            <a:extLst xmlns:a="http://schemas.openxmlformats.org/drawingml/2006/main">
              <a:ext uri="{FF2B5EF4-FFF2-40B4-BE49-F238E27FC236}">
                <a16:creationId xmlns:a16="http://schemas.microsoft.com/office/drawing/2014/main" id="{A2B08FA6-7FD6-48B2-BC72-468AD5252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21">
            <a:extLst xmlns:a="http://schemas.openxmlformats.org/drawingml/2006/main">
              <a:ext uri="{FF2B5EF4-FFF2-40B4-BE49-F238E27FC236}">
                <a16:creationId xmlns:a16="http://schemas.microsoft.com/office/drawing/2014/main" id="{4651B06C-38F3-4B19-982F-1BF71D763C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1" name="Google Shape;51;p21">
            <a:extLst xmlns:a="http://schemas.openxmlformats.org/drawingml/2006/main">
              <a:ext uri="{FF2B5EF4-FFF2-40B4-BE49-F238E27FC236}">
                <a16:creationId xmlns:a16="http://schemas.microsoft.com/office/drawing/2014/main" id="{66FFEF6D-F39D-4CE9-A8BB-29DF6920DC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21">
            <a:extLst xmlns:a="http://schemas.openxmlformats.org/drawingml/2006/main">
              <a:ext uri="{FF2B5EF4-FFF2-40B4-BE49-F238E27FC236}">
                <a16:creationId xmlns:a16="http://schemas.microsoft.com/office/drawing/2014/main" id="{C43F0C0A-72C5-4603-8E46-57EFD3ED0D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21">
            <a:extLst xmlns:a="http://schemas.openxmlformats.org/drawingml/2006/main">
              <a:ext uri="{FF2B5EF4-FFF2-40B4-BE49-F238E27FC236}">
                <a16:creationId xmlns:a16="http://schemas.microsoft.com/office/drawing/2014/main" id="{7D656FFC-4653-4926-BA1F-3BD681C271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22">
            <a:extLst xmlns:a="http://schemas.openxmlformats.org/drawingml/2006/main">
              <a:ext uri="{FF2B5EF4-FFF2-40B4-BE49-F238E27FC236}">
                <a16:creationId xmlns:a16="http://schemas.microsoft.com/office/drawing/2014/main" id="{D2193DDE-8243-4415-BDC3-E3DF959F9D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Google Shape;56;p22">
            <a:extLst xmlns:a="http://schemas.openxmlformats.org/drawingml/2006/main">
              <a:ext uri="{FF2B5EF4-FFF2-40B4-BE49-F238E27FC236}">
                <a16:creationId xmlns:a16="http://schemas.microsoft.com/office/drawing/2014/main" id="{FBC52B73-7091-4167-9956-1DBAEB6972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7" name="Google Shape;57;p22">
            <a:extLst xmlns:a="http://schemas.openxmlformats.org/drawingml/2006/main">
              <a:ext uri="{FF2B5EF4-FFF2-40B4-BE49-F238E27FC236}">
                <a16:creationId xmlns:a16="http://schemas.microsoft.com/office/drawing/2014/main" id="{84F9C182-7379-49B3-9372-2AAECE1D0A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23">
            <a:extLst xmlns:a="http://schemas.openxmlformats.org/drawingml/2006/main">
              <a:ext uri="{FF2B5EF4-FFF2-40B4-BE49-F238E27FC236}">
                <a16:creationId xmlns:a16="http://schemas.microsoft.com/office/drawing/2014/main" id="{CB719DE3-F702-4856-B65B-AA4F952E5A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23">
            <a:extLst xmlns:a="http://schemas.openxmlformats.org/drawingml/2006/main">
              <a:ext uri="{FF2B5EF4-FFF2-40B4-BE49-F238E27FC236}">
                <a16:creationId xmlns:a16="http://schemas.microsoft.com/office/drawing/2014/main" id="{F0485F6B-435C-49BA-B6D1-1481FAC73E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61" name="Google Shape;61;p23">
            <a:extLst xmlns:a="http://schemas.openxmlformats.org/drawingml/2006/main">
              <a:ext uri="{FF2B5EF4-FFF2-40B4-BE49-F238E27FC236}">
                <a16:creationId xmlns:a16="http://schemas.microsoft.com/office/drawing/2014/main" id="{D811BCAD-8A30-4826-A699-8DE1CA7F0E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62" name="Google Shape;62;p23">
            <a:extLst xmlns:a="http://schemas.openxmlformats.org/drawingml/2006/main">
              <a:ext uri="{FF2B5EF4-FFF2-40B4-BE49-F238E27FC236}">
                <a16:creationId xmlns:a16="http://schemas.microsoft.com/office/drawing/2014/main" id="{159B9352-1E2D-4D83-8E21-337F7EA47F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23">
            <a:extLst xmlns:a="http://schemas.openxmlformats.org/drawingml/2006/main">
              <a:ext uri="{FF2B5EF4-FFF2-40B4-BE49-F238E27FC236}">
                <a16:creationId xmlns:a16="http://schemas.microsoft.com/office/drawing/2014/main" id="{099C03F2-9479-4FBA-BB0F-CE2D948B98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23">
            <a:extLst xmlns:a="http://schemas.openxmlformats.org/drawingml/2006/main">
              <a:ext uri="{FF2B5EF4-FFF2-40B4-BE49-F238E27FC236}">
                <a16:creationId xmlns:a16="http://schemas.microsoft.com/office/drawing/2014/main" id="{F16444B5-B337-4EF2-A794-8A3850047F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24">
            <a:extLst xmlns:a="http://schemas.openxmlformats.org/drawingml/2006/main">
              <a:ext uri="{FF2B5EF4-FFF2-40B4-BE49-F238E27FC236}">
                <a16:creationId xmlns:a16="http://schemas.microsoft.com/office/drawing/2014/main" id="{BDFC0C29-C968-40E7-84C3-3D4F025DD8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24">
            <a:extLst xmlns:a="http://schemas.openxmlformats.org/drawingml/2006/main">
              <a:ext uri="{FF2B5EF4-FFF2-40B4-BE49-F238E27FC236}">
                <a16:creationId xmlns:a16="http://schemas.microsoft.com/office/drawing/2014/main" id="{FD3C56CE-6957-42DF-94F3-88A440C7AED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8" name="Google Shape;68;p24">
            <a:extLst xmlns:a="http://schemas.openxmlformats.org/drawingml/2006/main">
              <a:ext uri="{FF2B5EF4-FFF2-40B4-BE49-F238E27FC236}">
                <a16:creationId xmlns:a16="http://schemas.microsoft.com/office/drawing/2014/main" id="{9E0ED2C1-A937-4D5D-9E58-22B9F71A1C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69" name="Google Shape;69;p24">
            <a:extLst xmlns:a="http://schemas.openxmlformats.org/drawingml/2006/main">
              <a:ext uri="{FF2B5EF4-FFF2-40B4-BE49-F238E27FC236}">
                <a16:creationId xmlns:a16="http://schemas.microsoft.com/office/drawing/2014/main" id="{650AFEC3-F4D8-45E5-B527-B3DC0F7E36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24">
            <a:extLst xmlns:a="http://schemas.openxmlformats.org/drawingml/2006/main">
              <a:ext uri="{FF2B5EF4-FFF2-40B4-BE49-F238E27FC236}">
                <a16:creationId xmlns:a16="http://schemas.microsoft.com/office/drawing/2014/main" id="{CDEF9430-66F4-4B0E-B7C1-48EBC61C94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1" name="Google Shape;71;p24">
            <a:extLst xmlns:a="http://schemas.openxmlformats.org/drawingml/2006/main">
              <a:ext uri="{FF2B5EF4-FFF2-40B4-BE49-F238E27FC236}">
                <a16:creationId xmlns:a16="http://schemas.microsoft.com/office/drawing/2014/main" id="{6B49B897-50F3-439E-94D1-3F521D52E3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25">
            <a:extLst xmlns:a="http://schemas.openxmlformats.org/drawingml/2006/main">
              <a:ext uri="{FF2B5EF4-FFF2-40B4-BE49-F238E27FC236}">
                <a16:creationId xmlns:a16="http://schemas.microsoft.com/office/drawing/2014/main" id="{DA0E1649-BCA9-4871-9ED7-4263E65AAA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4" name="Google Shape;74;p25">
            <a:extLst xmlns:a="http://schemas.openxmlformats.org/drawingml/2006/main">
              <a:ext uri="{FF2B5EF4-FFF2-40B4-BE49-F238E27FC236}">
                <a16:creationId xmlns:a16="http://schemas.microsoft.com/office/drawing/2014/main" id="{4A83CEFA-DD37-4A1F-8D5F-E368479C78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5" name="Google Shape;75;p25">
            <a:extLst xmlns:a="http://schemas.openxmlformats.org/drawingml/2006/main">
              <a:ext uri="{FF2B5EF4-FFF2-40B4-BE49-F238E27FC236}">
                <a16:creationId xmlns:a16="http://schemas.microsoft.com/office/drawing/2014/main" id="{E1DC4A26-9117-4B37-A3BC-C611E7009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25">
            <a:extLst xmlns:a="http://schemas.openxmlformats.org/drawingml/2006/main">
              <a:ext uri="{FF2B5EF4-FFF2-40B4-BE49-F238E27FC236}">
                <a16:creationId xmlns:a16="http://schemas.microsoft.com/office/drawing/2014/main" id="{D5B1275D-C78E-4033-89E6-153A9DDFF4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25">
            <a:extLst xmlns:a="http://schemas.openxmlformats.org/drawingml/2006/main">
              <a:ext uri="{FF2B5EF4-FFF2-40B4-BE49-F238E27FC236}">
                <a16:creationId xmlns:a16="http://schemas.microsoft.com/office/drawing/2014/main" id="{B61D6CFB-E0F4-4DD1-9D25-72CE2680A5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26">
            <a:extLst xmlns:a="http://schemas.openxmlformats.org/drawingml/2006/main">
              <a:ext uri="{FF2B5EF4-FFF2-40B4-BE49-F238E27FC236}">
                <a16:creationId xmlns:a16="http://schemas.microsoft.com/office/drawing/2014/main" id="{D9CA3EC7-2403-42B3-8D81-C2B134087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31" y="1956594"/>
            <a:ext cx="5811838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0" name="Google Shape;80;p26">
            <a:extLst xmlns:a="http://schemas.openxmlformats.org/drawingml/2006/main">
              <a:ext uri="{FF2B5EF4-FFF2-40B4-BE49-F238E27FC236}">
                <a16:creationId xmlns:a16="http://schemas.microsoft.com/office/drawing/2014/main" id="{12ED03C4-A2E2-4524-A3CA-EE1B8F99D5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31" y="-596106"/>
            <a:ext cx="5811838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81" name="Google Shape;81;p26">
            <a:extLst xmlns:a="http://schemas.openxmlformats.org/drawingml/2006/main">
              <a:ext uri="{FF2B5EF4-FFF2-40B4-BE49-F238E27FC236}">
                <a16:creationId xmlns:a16="http://schemas.microsoft.com/office/drawing/2014/main" id="{AC3C48D5-FACE-49DE-AE24-DCFFC9D22E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2" name="Google Shape;82;p26">
            <a:extLst xmlns:a="http://schemas.openxmlformats.org/drawingml/2006/main">
              <a:ext uri="{FF2B5EF4-FFF2-40B4-BE49-F238E27FC236}">
                <a16:creationId xmlns:a16="http://schemas.microsoft.com/office/drawing/2014/main" id="{AE1AF174-215D-4B3B-A5A2-A60BFD8E02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3" name="Google Shape;83;p26">
            <a:extLst xmlns:a="http://schemas.openxmlformats.org/drawingml/2006/main">
              <a:ext uri="{FF2B5EF4-FFF2-40B4-BE49-F238E27FC236}">
                <a16:creationId xmlns:a16="http://schemas.microsoft.com/office/drawing/2014/main" id="{946E0F0C-2FDD-47C8-AB46-8E0F0F45B3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h1534bace3aea51c3_4_144">
            <a:extLst xmlns:a="http://schemas.openxmlformats.org/drawingml/2006/main">
              <a:ext uri="{FF2B5EF4-FFF2-40B4-BE49-F238E27FC236}">
                <a16:creationId xmlns:a16="http://schemas.microsoft.com/office/drawing/2014/main" id="{2F31A7C7-9CA1-4D99-BE77-2832BCE8C1E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611" y="992767"/>
            <a:ext cx="11360700" cy="273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 xmlns:a="http://schemas.openxmlformats.org/drawingml/2006/main"/>
        </p:txBody>
      </p:sp>
      <p:sp>
        <p:nvSpPr>
          <p:cNvPr id="90" name="Google Shape;90;h1534bace3aea51c3_4_144">
            <a:extLst xmlns:a="http://schemas.openxmlformats.org/drawingml/2006/main">
              <a:ext uri="{FF2B5EF4-FFF2-40B4-BE49-F238E27FC236}">
                <a16:creationId xmlns:a16="http://schemas.microsoft.com/office/drawing/2014/main" id="{4F931F2A-D88A-4D55-B526-B4593E1A9D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600" y="3778833"/>
            <a:ext cx="11360700" cy="105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 xmlns:a="http://schemas.openxmlformats.org/drawingml/2006/main"/>
        </p:txBody>
      </p:sp>
      <p:sp>
        <p:nvSpPr>
          <p:cNvPr id="91" name="Google Shape;91;h1534bace3aea51c3_4_144">
            <a:extLst xmlns:a="http://schemas.openxmlformats.org/drawingml/2006/main">
              <a:ext uri="{FF2B5EF4-FFF2-40B4-BE49-F238E27FC236}">
                <a16:creationId xmlns:a16="http://schemas.microsoft.com/office/drawing/2014/main" id="{63896763-2F16-478F-A4F2-E16CCA1087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Google Shape;93;h1534bace3aea51c3_4_148">
            <a:extLst xmlns:a="http://schemas.openxmlformats.org/drawingml/2006/main">
              <a:ext uri="{FF2B5EF4-FFF2-40B4-BE49-F238E27FC236}">
                <a16:creationId xmlns:a16="http://schemas.microsoft.com/office/drawing/2014/main" id="{F63F73AC-F0EA-4D0A-8630-DEA1DE67FD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2867800"/>
            <a:ext cx="11360700" cy="112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94" name="Google Shape;94;h1534bace3aea51c3_4_148">
            <a:extLst xmlns:a="http://schemas.openxmlformats.org/drawingml/2006/main">
              <a:ext uri="{FF2B5EF4-FFF2-40B4-BE49-F238E27FC236}">
                <a16:creationId xmlns:a16="http://schemas.microsoft.com/office/drawing/2014/main" id="{6A456BED-8D7F-4571-8BF7-AC8B3A8A1F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h1534bace3aea51c3_4_151">
            <a:extLst xmlns:a="http://schemas.openxmlformats.org/drawingml/2006/main">
              <a:ext uri="{FF2B5EF4-FFF2-40B4-BE49-F238E27FC236}">
                <a16:creationId xmlns:a16="http://schemas.microsoft.com/office/drawing/2014/main" id="{985CE09E-01B7-4AB5-A4DF-9553EBB91F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593367"/>
            <a:ext cx="113607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/>
        </p:txBody>
      </p:sp>
      <p:sp>
        <p:nvSpPr>
          <p:cNvPr id="97" name="Google Shape;97;h1534bace3aea51c3_4_151">
            <a:extLst xmlns:a="http://schemas.openxmlformats.org/drawingml/2006/main">
              <a:ext uri="{FF2B5EF4-FFF2-40B4-BE49-F238E27FC236}">
                <a16:creationId xmlns:a16="http://schemas.microsoft.com/office/drawing/2014/main" id="{F6FFA5B2-B4EC-4A7F-B42F-1A63A9DAE1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1536633"/>
            <a:ext cx="113607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8" name="Google Shape;98;h1534bace3aea51c3_4_151">
            <a:extLst xmlns:a="http://schemas.openxmlformats.org/drawingml/2006/main">
              <a:ext uri="{FF2B5EF4-FFF2-40B4-BE49-F238E27FC236}">
                <a16:creationId xmlns:a16="http://schemas.microsoft.com/office/drawing/2014/main" id="{9A50AEA0-7DBC-4566-A256-17AB0A88C7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Google Shape;100;h1534bace3aea51c3_4_155">
            <a:extLst xmlns:a="http://schemas.openxmlformats.org/drawingml/2006/main">
              <a:ext uri="{FF2B5EF4-FFF2-40B4-BE49-F238E27FC236}">
                <a16:creationId xmlns:a16="http://schemas.microsoft.com/office/drawing/2014/main" id="{B0363E06-5C61-458B-BB7E-08E392C804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593367"/>
            <a:ext cx="113607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/>
        </p:txBody>
      </p:sp>
      <p:sp>
        <p:nvSpPr>
          <p:cNvPr id="101" name="Google Shape;101;h1534bace3aea51c3_4_155">
            <a:extLst xmlns:a="http://schemas.openxmlformats.org/drawingml/2006/main">
              <a:ext uri="{FF2B5EF4-FFF2-40B4-BE49-F238E27FC236}">
                <a16:creationId xmlns:a16="http://schemas.microsoft.com/office/drawing/2014/main" id="{EAC75C26-69DD-4580-B954-DF0C714969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1536633"/>
            <a:ext cx="53331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/>
        </p:txBody>
      </p:sp>
      <p:sp>
        <p:nvSpPr>
          <p:cNvPr id="102" name="Google Shape;102;h1534bace3aea51c3_4_155">
            <a:extLst xmlns:a="http://schemas.openxmlformats.org/drawingml/2006/main">
              <a:ext uri="{FF2B5EF4-FFF2-40B4-BE49-F238E27FC236}">
                <a16:creationId xmlns:a16="http://schemas.microsoft.com/office/drawing/2014/main" id="{4FB756B8-4691-468D-8FAE-433298E470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43200" y="1536633"/>
            <a:ext cx="53331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/>
        </p:txBody>
      </p:sp>
      <p:sp>
        <p:nvSpPr>
          <p:cNvPr id="103" name="Google Shape;103;h1534bace3aea51c3_4_155">
            <a:extLst xmlns:a="http://schemas.openxmlformats.org/drawingml/2006/main">
              <a:ext uri="{FF2B5EF4-FFF2-40B4-BE49-F238E27FC236}">
                <a16:creationId xmlns:a16="http://schemas.microsoft.com/office/drawing/2014/main" id="{85DE30DD-DE16-401D-8D90-A8D68C11BE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Google Shape;105;h1534bace3aea51c3_4_160">
            <a:extLst xmlns:a="http://schemas.openxmlformats.org/drawingml/2006/main">
              <a:ext uri="{FF2B5EF4-FFF2-40B4-BE49-F238E27FC236}">
                <a16:creationId xmlns:a16="http://schemas.microsoft.com/office/drawing/2014/main" id="{496C5785-5E2A-4F30-B8E3-2692503CE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593367"/>
            <a:ext cx="113607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/>
        </p:txBody>
      </p:sp>
      <p:sp>
        <p:nvSpPr>
          <p:cNvPr id="106" name="Google Shape;106;h1534bace3aea51c3_4_160">
            <a:extLst xmlns:a="http://schemas.openxmlformats.org/drawingml/2006/main">
              <a:ext uri="{FF2B5EF4-FFF2-40B4-BE49-F238E27FC236}">
                <a16:creationId xmlns:a16="http://schemas.microsoft.com/office/drawing/2014/main" id="{CFF268C1-9E42-44D3-9670-5896AA8CB2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Google Shape;108;h1534bace3aea51c3_4_163">
            <a:extLst xmlns:a="http://schemas.openxmlformats.org/drawingml/2006/main">
              <a:ext uri="{FF2B5EF4-FFF2-40B4-BE49-F238E27FC236}">
                <a16:creationId xmlns:a16="http://schemas.microsoft.com/office/drawing/2014/main" id="{F09C1724-82EF-4724-806E-1CF6D576A8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740800"/>
            <a:ext cx="3744000" cy="100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 xmlns:a="http://schemas.openxmlformats.org/drawingml/2006/main"/>
        </p:txBody>
      </p:sp>
      <p:sp>
        <p:nvSpPr>
          <p:cNvPr id="109" name="Google Shape;109;h1534bace3aea51c3_4_163">
            <a:extLst xmlns:a="http://schemas.openxmlformats.org/drawingml/2006/main">
              <a:ext uri="{FF2B5EF4-FFF2-40B4-BE49-F238E27FC236}">
                <a16:creationId xmlns:a16="http://schemas.microsoft.com/office/drawing/2014/main" id="{8CB8431E-73B4-4AD7-9236-BEF787FFF2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1852800"/>
            <a:ext cx="3744000" cy="423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/>
        </p:txBody>
      </p:sp>
      <p:sp>
        <p:nvSpPr>
          <p:cNvPr id="110" name="Google Shape;110;h1534bace3aea51c3_4_163">
            <a:extLst xmlns:a="http://schemas.openxmlformats.org/drawingml/2006/main">
              <a:ext uri="{FF2B5EF4-FFF2-40B4-BE49-F238E27FC236}">
                <a16:creationId xmlns:a16="http://schemas.microsoft.com/office/drawing/2014/main" id="{B01AFC5D-E72D-4932-AD8A-ABAD10F65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Google Shape;112;h1534bace3aea51c3_4_167">
            <a:extLst xmlns:a="http://schemas.openxmlformats.org/drawingml/2006/main">
              <a:ext uri="{FF2B5EF4-FFF2-40B4-BE49-F238E27FC236}">
                <a16:creationId xmlns:a16="http://schemas.microsoft.com/office/drawing/2014/main" id="{E5F7D95C-AB84-469F-9510-40CC2EF71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3667" y="600200"/>
            <a:ext cx="8490300" cy="545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 xmlns:a="http://schemas.openxmlformats.org/drawingml/2006/main"/>
        </p:txBody>
      </p:sp>
      <p:sp>
        <p:nvSpPr>
          <p:cNvPr id="113" name="Google Shape;113;h1534bace3aea51c3_4_167">
            <a:extLst xmlns:a="http://schemas.openxmlformats.org/drawingml/2006/main">
              <a:ext uri="{FF2B5EF4-FFF2-40B4-BE49-F238E27FC236}">
                <a16:creationId xmlns:a16="http://schemas.microsoft.com/office/drawing/2014/main" id="{842479CB-8277-4667-B2FC-6A07219889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Google Shape;115;h1534bace3aea51c3_4_170">
            <a:extLst xmlns:a="http://schemas.openxmlformats.org/drawingml/2006/main">
              <a:ext uri="{FF2B5EF4-FFF2-40B4-BE49-F238E27FC236}">
                <a16:creationId xmlns:a16="http://schemas.microsoft.com/office/drawing/2014/main" id="{B21EB31F-5BE1-43E6-A1D8-F803F88D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-167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h1534bace3aea51c3_4_170">
            <a:extLst xmlns:a="http://schemas.openxmlformats.org/drawingml/2006/main">
              <a:ext uri="{FF2B5EF4-FFF2-40B4-BE49-F238E27FC236}">
                <a16:creationId xmlns:a16="http://schemas.microsoft.com/office/drawing/2014/main" id="{B302DD3B-CD53-4BFA-9E15-443EB598C4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4000" y="1644233"/>
            <a:ext cx="5393700" cy="19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 xmlns:a="http://schemas.openxmlformats.org/drawingml/2006/main"/>
        </p:txBody>
      </p:sp>
      <p:sp>
        <p:nvSpPr>
          <p:cNvPr id="117" name="Google Shape;117;h1534bace3aea51c3_4_170">
            <a:extLst xmlns:a="http://schemas.openxmlformats.org/drawingml/2006/main">
              <a:ext uri="{FF2B5EF4-FFF2-40B4-BE49-F238E27FC236}">
                <a16:creationId xmlns:a16="http://schemas.microsoft.com/office/drawing/2014/main" id="{4786E91D-B61C-4D5F-97F1-324345C3C3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54000" y="3737433"/>
            <a:ext cx="5393700" cy="164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18" name="Google Shape;118;h1534bace3aea51c3_4_170">
            <a:extLst xmlns:a="http://schemas.openxmlformats.org/drawingml/2006/main">
              <a:ext uri="{FF2B5EF4-FFF2-40B4-BE49-F238E27FC236}">
                <a16:creationId xmlns:a16="http://schemas.microsoft.com/office/drawing/2014/main" id="{8D315F01-E951-4A09-957A-0E52306D29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86000" y="965433"/>
            <a:ext cx="5115900" cy="492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19" name="Google Shape;119;h1534bace3aea51c3_4_170">
            <a:extLst xmlns:a="http://schemas.openxmlformats.org/drawingml/2006/main">
              <a:ext uri="{FF2B5EF4-FFF2-40B4-BE49-F238E27FC236}">
                <a16:creationId xmlns:a16="http://schemas.microsoft.com/office/drawing/2014/main" id="{FCD918F8-2B18-41B8-97D3-8E58BA2051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Google Shape;121;h1534bace3aea51c3_4_176">
            <a:extLst xmlns:a="http://schemas.openxmlformats.org/drawingml/2006/main">
              <a:ext uri="{FF2B5EF4-FFF2-40B4-BE49-F238E27FC236}">
                <a16:creationId xmlns:a16="http://schemas.microsoft.com/office/drawing/2014/main" id="{013257EB-06E2-4CE6-BFD0-A9F2026B83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5640767"/>
            <a:ext cx="7998300" cy="80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 xmlns:a="http://schemas.openxmlformats.org/drawingml/2006/main"/>
        </p:txBody>
      </p:sp>
      <p:sp>
        <p:nvSpPr>
          <p:cNvPr id="122" name="Google Shape;122;h1534bace3aea51c3_4_176">
            <a:extLst xmlns:a="http://schemas.openxmlformats.org/drawingml/2006/main">
              <a:ext uri="{FF2B5EF4-FFF2-40B4-BE49-F238E27FC236}">
                <a16:creationId xmlns:a16="http://schemas.microsoft.com/office/drawing/2014/main" id="{198F301E-6D8A-467A-91A7-18560A8114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h1534bace3aea51c3_4_179">
            <a:extLst xmlns:a="http://schemas.openxmlformats.org/drawingml/2006/main">
              <a:ext uri="{FF2B5EF4-FFF2-40B4-BE49-F238E27FC236}">
                <a16:creationId xmlns:a16="http://schemas.microsoft.com/office/drawing/2014/main" id="{1D272E05-E848-49D8-A273-05B5474C27B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15600" y="1474833"/>
            <a:ext cx="11360700" cy="261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25" name="Google Shape;125;h1534bace3aea51c3_4_179">
            <a:extLst xmlns:a="http://schemas.openxmlformats.org/drawingml/2006/main">
              <a:ext uri="{FF2B5EF4-FFF2-40B4-BE49-F238E27FC236}">
                <a16:creationId xmlns:a16="http://schemas.microsoft.com/office/drawing/2014/main" id="{F14AB4B3-2930-443A-855D-A7D6338E3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4202967"/>
            <a:ext cx="11360700" cy="173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26" name="Google Shape;126;h1534bace3aea51c3_4_179">
            <a:extLst xmlns:a="http://schemas.openxmlformats.org/drawingml/2006/main">
              <a:ext uri="{FF2B5EF4-FFF2-40B4-BE49-F238E27FC236}">
                <a16:creationId xmlns:a16="http://schemas.microsoft.com/office/drawing/2014/main" id="{BAD8F6AE-8DCA-45F1-9133-F6F9F59F7C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h1534bace3aea51c3_4_183">
            <a:extLst xmlns:a="http://schemas.openxmlformats.org/drawingml/2006/main">
              <a:ext uri="{FF2B5EF4-FFF2-40B4-BE49-F238E27FC236}">
                <a16:creationId xmlns:a16="http://schemas.microsoft.com/office/drawing/2014/main" id="{7A67F839-2F81-43E5-9655-BDB9473492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Google Shape;130;h1534bace3aea51c3_4_185">
            <a:extLst xmlns:a="http://schemas.openxmlformats.org/drawingml/2006/main">
              <a:ext uri="{FF2B5EF4-FFF2-40B4-BE49-F238E27FC236}">
                <a16:creationId xmlns:a16="http://schemas.microsoft.com/office/drawing/2014/main" id="{D308AC3F-3643-4E05-A7E7-E263917AD9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 xmlns:a="http://schemas.openxmlformats.org/drawingml/2006/main"/>
        </p:txBody>
      </p:sp>
      <p:sp>
        <p:nvSpPr>
          <p:cNvPr id="131" name="Google Shape;131;h1534bace3aea51c3_4_185">
            <a:extLst xmlns:a="http://schemas.openxmlformats.org/drawingml/2006/main">
              <a:ext uri="{FF2B5EF4-FFF2-40B4-BE49-F238E27FC236}">
                <a16:creationId xmlns:a16="http://schemas.microsoft.com/office/drawing/2014/main" id="{CE2D79F7-32AE-4B83-A645-A3D57108DF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925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marL="9144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marL="13716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marL="18288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marL="22860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marL="27432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32" name="Google Shape;132;h1534bace3aea51c3_4_185">
            <a:extLst xmlns:a="http://schemas.openxmlformats.org/drawingml/2006/main">
              <a:ext uri="{FF2B5EF4-FFF2-40B4-BE49-F238E27FC236}">
                <a16:creationId xmlns:a16="http://schemas.microsoft.com/office/drawing/2014/main" id="{FFC30C1A-4554-4E91-8CA0-B11ECC6F77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925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marL="9144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marL="13716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marL="18288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marL="22860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marL="27432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33" name="Google Shape;133;h1534bace3aea51c3_4_185">
            <a:extLst xmlns:a="http://schemas.openxmlformats.org/drawingml/2006/main">
              <a:ext uri="{FF2B5EF4-FFF2-40B4-BE49-F238E27FC236}">
                <a16:creationId xmlns:a16="http://schemas.microsoft.com/office/drawing/2014/main" id="{24D96E3F-4FE0-4F6F-8217-3D0C434257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 xmlns:a="http://schemas.openxmlformats.org/drawingml/2006/main"/>
        </p:txBody>
      </p:sp>
      <p:sp>
        <p:nvSpPr>
          <p:cNvPr id="134" name="Google Shape;134;h1534bace3aea51c3_4_185">
            <a:extLst xmlns:a="http://schemas.openxmlformats.org/drawingml/2006/main">
              <a:ext uri="{FF2B5EF4-FFF2-40B4-BE49-F238E27FC236}">
                <a16:creationId xmlns:a16="http://schemas.microsoft.com/office/drawing/2014/main" id="{5B433375-9ED4-4482-B80B-0F7ED9E59D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 xmlns:a="http://schemas.openxmlformats.org/drawingml/2006/main"/>
        </p:txBody>
      </p:sp>
      <p:sp>
        <p:nvSpPr>
          <p:cNvPr id="135" name="Google Shape;135;h1534bace3aea51c3_4_185">
            <a:extLst xmlns:a="http://schemas.openxmlformats.org/drawingml/2006/main">
              <a:ext uri="{FF2B5EF4-FFF2-40B4-BE49-F238E27FC236}">
                <a16:creationId xmlns:a16="http://schemas.microsoft.com/office/drawing/2014/main" id="{3C25DB24-0738-4380-9FAA-15A557F0EE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h1534bace3aea51c3_4_192">
            <a:extLst xmlns:a="http://schemas.openxmlformats.org/drawingml/2006/main">
              <a:ext uri="{FF2B5EF4-FFF2-40B4-BE49-F238E27FC236}">
                <a16:creationId xmlns:a16="http://schemas.microsoft.com/office/drawing/2014/main" id="{F04E2394-9521-4676-8D87-1E3526EDAC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 xmlns:a="http://schemas.openxmlformats.org/drawingml/2006/main"/>
        </p:txBody>
      </p:sp>
      <p:sp>
        <p:nvSpPr>
          <p:cNvPr id="138" name="Google Shape;138;h1534bace3aea51c3_4_192">
            <a:extLst xmlns:a="http://schemas.openxmlformats.org/drawingml/2006/main">
              <a:ext uri="{FF2B5EF4-FFF2-40B4-BE49-F238E27FC236}">
                <a16:creationId xmlns:a16="http://schemas.microsoft.com/office/drawing/2014/main" id="{5D04A4FE-68CA-443C-B0FB-C0DE8DBDAC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925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marL="9144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marL="13716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marL="18288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marL="22860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marL="27432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39" name="Google Shape;139;h1534bace3aea51c3_4_192">
            <a:extLst xmlns:a="http://schemas.openxmlformats.org/drawingml/2006/main">
              <a:ext uri="{FF2B5EF4-FFF2-40B4-BE49-F238E27FC236}">
                <a16:creationId xmlns:a16="http://schemas.microsoft.com/office/drawing/2014/main" id="{AE09EEC3-55A0-46F0-9ED8-2B2CAADFB4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 xmlns:a="http://schemas.openxmlformats.org/drawingml/2006/main"/>
        </p:txBody>
      </p:sp>
      <p:sp>
        <p:nvSpPr>
          <p:cNvPr id="140" name="Google Shape;140;h1534bace3aea51c3_4_192">
            <a:extLst xmlns:a="http://schemas.openxmlformats.org/drawingml/2006/main">
              <a:ext uri="{FF2B5EF4-FFF2-40B4-BE49-F238E27FC236}">
                <a16:creationId xmlns:a16="http://schemas.microsoft.com/office/drawing/2014/main" id="{E9288E28-8317-42EC-8A49-9D6CE3C85E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 xmlns:a="http://schemas.openxmlformats.org/drawingml/2006/main"/>
        </p:txBody>
      </p:sp>
      <p:sp>
        <p:nvSpPr>
          <p:cNvPr id="141" name="Google Shape;141;h1534bace3aea51c3_4_192">
            <a:extLst xmlns:a="http://schemas.openxmlformats.org/drawingml/2006/main">
              <a:ext uri="{FF2B5EF4-FFF2-40B4-BE49-F238E27FC236}">
                <a16:creationId xmlns:a16="http://schemas.microsoft.com/office/drawing/2014/main" id="{3E015D71-D877-4591-AE87-A1A5F35698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50a9c78c264819" /><Relationship Type="http://schemas.openxmlformats.org/officeDocument/2006/relationships/slideLayout" Target="/ppt/slideLayouts/slideLayout1.xml" Id="R20fb73ea0f024ac5" /><Relationship Type="http://schemas.openxmlformats.org/officeDocument/2006/relationships/slideLayout" Target="/ppt/slideLayouts/slideLayout2.xml" Id="R8b921b1c3db54590" /><Relationship Type="http://schemas.openxmlformats.org/officeDocument/2006/relationships/slideLayout" Target="/ppt/slideLayouts/slideLayout3.xml" Id="Rd331d1dfd01f4976" /><Relationship Type="http://schemas.openxmlformats.org/officeDocument/2006/relationships/slideLayout" Target="/ppt/slideLayouts/slideLayout4.xml" Id="R80c1c8e822a142bf" /><Relationship Type="http://schemas.openxmlformats.org/officeDocument/2006/relationships/slideLayout" Target="/ppt/slideLayouts/slideLayout5.xml" Id="Rf2ac0280ed3e4a8c" /><Relationship Type="http://schemas.openxmlformats.org/officeDocument/2006/relationships/slideLayout" Target="/ppt/slideLayouts/slideLayout6.xml" Id="Rc1b4768f25884641" /><Relationship Type="http://schemas.openxmlformats.org/officeDocument/2006/relationships/slideLayout" Target="/ppt/slideLayouts/slideLayout7.xml" Id="R793604944f2340b9" /><Relationship Type="http://schemas.openxmlformats.org/officeDocument/2006/relationships/slideLayout" Target="/ppt/slideLayouts/slideLayout8.xml" Id="R63e6affa70f54b95" /><Relationship Type="http://schemas.openxmlformats.org/officeDocument/2006/relationships/slideLayout" Target="/ppt/slideLayouts/slideLayout9.xml" Id="Rb62341f73c9d46a4" /><Relationship Type="http://schemas.openxmlformats.org/officeDocument/2006/relationships/slideLayout" Target="/ppt/slideLayouts/slideLayout10.xml" Id="R97d5c1d4eecc46fe" /><Relationship Type="http://schemas.openxmlformats.org/officeDocument/2006/relationships/slideLayout" Target="/ppt/slideLayouts/slideLayout11.xml" Id="R5b794dffccc8401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65ee2f640474251" /><Relationship Type="http://schemas.openxmlformats.org/officeDocument/2006/relationships/slideLayout" Target="/ppt/slideLayouts/slideLayout12.xml" Id="R9f3e8127fe1e4d99" /><Relationship Type="http://schemas.openxmlformats.org/officeDocument/2006/relationships/slideLayout" Target="/ppt/slideLayouts/slideLayout13.xml" Id="Rf84b116b73bc4ff0" /><Relationship Type="http://schemas.openxmlformats.org/officeDocument/2006/relationships/slideLayout" Target="/ppt/slideLayouts/slideLayout14.xml" Id="Ree7c6925d8a74275" /><Relationship Type="http://schemas.openxmlformats.org/officeDocument/2006/relationships/slideLayout" Target="/ppt/slideLayouts/slideLayout15.xml" Id="R0ab2c07096b64e18" /><Relationship Type="http://schemas.openxmlformats.org/officeDocument/2006/relationships/slideLayout" Target="/ppt/slideLayouts/slideLayout16.xml" Id="Rec512884685f4e36" /><Relationship Type="http://schemas.openxmlformats.org/officeDocument/2006/relationships/slideLayout" Target="/ppt/slideLayouts/slideLayout17.xml" Id="R6e8670dd61904599" /><Relationship Type="http://schemas.openxmlformats.org/officeDocument/2006/relationships/slideLayout" Target="/ppt/slideLayouts/slideLayout18.xml" Id="R59206ec6fb754349" /><Relationship Type="http://schemas.openxmlformats.org/officeDocument/2006/relationships/slideLayout" Target="/ppt/slideLayouts/slideLayout19.xml" Id="Ra0d07a1516064df9" /><Relationship Type="http://schemas.openxmlformats.org/officeDocument/2006/relationships/slideLayout" Target="/ppt/slideLayouts/slideLayout20.xml" Id="R7275de251a9f4822" /><Relationship Type="http://schemas.openxmlformats.org/officeDocument/2006/relationships/slideLayout" Target="/ppt/slideLayouts/slideLayout21.xml" Id="R4075966a81514ab7" /><Relationship Type="http://schemas.openxmlformats.org/officeDocument/2006/relationships/slideLayout" Target="/ppt/slideLayouts/slideLayout22.xml" Id="Ra2b776cc36864ba3" /><Relationship Type="http://schemas.openxmlformats.org/officeDocument/2006/relationships/slideLayout" Target="/ppt/slideLayouts/slideLayout23.xml" Id="Ra61a26d0053645ae" /><Relationship Type="http://schemas.openxmlformats.org/officeDocument/2006/relationships/slideLayout" Target="/ppt/slideLayouts/slideLayout24.xml" Id="R78c13f8670424f3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5">
            <a:extLst xmlns:a="http://schemas.openxmlformats.org/drawingml/2006/main">
              <a:ext uri="{FF2B5EF4-FFF2-40B4-BE49-F238E27FC236}">
                <a16:creationId xmlns:a16="http://schemas.microsoft.com/office/drawing/2014/main" id="{C5EFA35F-7CAF-4EF4-8B3D-A06BBD40B1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1" name="Google Shape;11;p15">
            <a:extLst xmlns:a="http://schemas.openxmlformats.org/drawingml/2006/main">
              <a:ext uri="{FF2B5EF4-FFF2-40B4-BE49-F238E27FC236}">
                <a16:creationId xmlns:a16="http://schemas.microsoft.com/office/drawing/2014/main" id="{788247BB-428C-4F87-AB90-F827AEE2D4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2" name="Google Shape;12;p15">
            <a:extLst xmlns:a="http://schemas.openxmlformats.org/drawingml/2006/main">
              <a:ext uri="{FF2B5EF4-FFF2-40B4-BE49-F238E27FC236}">
                <a16:creationId xmlns:a16="http://schemas.microsoft.com/office/drawing/2014/main" id="{B1EC6D49-0547-420C-9473-8741182B8F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3" name="Google Shape;13;p15">
            <a:extLst xmlns:a="http://schemas.openxmlformats.org/drawingml/2006/main">
              <a:ext uri="{FF2B5EF4-FFF2-40B4-BE49-F238E27FC236}">
                <a16:creationId xmlns:a16="http://schemas.microsoft.com/office/drawing/2014/main" id="{348744D3-CE0A-4D7E-96F9-27DA4AE4A0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4" name="Google Shape;14;p15">
            <a:extLst xmlns:a="http://schemas.openxmlformats.org/drawingml/2006/main">
              <a:ext uri="{FF2B5EF4-FFF2-40B4-BE49-F238E27FC236}">
                <a16:creationId xmlns:a16="http://schemas.microsoft.com/office/drawing/2014/main" id="{4FC89BDB-91DF-4497-BE62-FF6A12BE4C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fb73ea0f024ac5"/>
    <p:sldLayoutId xmlns:r="http://schemas.openxmlformats.org/officeDocument/2006/relationships" id="2147483650" r:id="R8b921b1c3db54590"/>
    <p:sldLayoutId xmlns:r="http://schemas.openxmlformats.org/officeDocument/2006/relationships" id="2147483651" r:id="Rd331d1dfd01f4976"/>
    <p:sldLayoutId xmlns:r="http://schemas.openxmlformats.org/officeDocument/2006/relationships" id="2147483652" r:id="R80c1c8e822a142bf"/>
    <p:sldLayoutId xmlns:r="http://schemas.openxmlformats.org/officeDocument/2006/relationships" id="2147483653" r:id="Rf2ac0280ed3e4a8c"/>
    <p:sldLayoutId xmlns:r="http://schemas.openxmlformats.org/officeDocument/2006/relationships" id="2147483654" r:id="Rc1b4768f25884641"/>
    <p:sldLayoutId xmlns:r="http://schemas.openxmlformats.org/officeDocument/2006/relationships" id="2147483655" r:id="R793604944f2340b9"/>
    <p:sldLayoutId xmlns:r="http://schemas.openxmlformats.org/officeDocument/2006/relationships" id="2147483656" r:id="R63e6affa70f54b95"/>
    <p:sldLayoutId xmlns:r="http://schemas.openxmlformats.org/officeDocument/2006/relationships" id="2147483657" r:id="Rb62341f73c9d46a4"/>
    <p:sldLayoutId xmlns:r="http://schemas.openxmlformats.org/officeDocument/2006/relationships" id="2147483658" r:id="R97d5c1d4eecc46fe"/>
    <p:sldLayoutId xmlns:r="http://schemas.openxmlformats.org/officeDocument/2006/relationships" id="2147483659" r:id="R5b794dffccc8401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h1534bace3aea51c3_4_140">
            <a:extLst xmlns:a="http://schemas.openxmlformats.org/drawingml/2006/main">
              <a:ext uri="{FF2B5EF4-FFF2-40B4-BE49-F238E27FC236}">
                <a16:creationId xmlns:a16="http://schemas.microsoft.com/office/drawing/2014/main" id="{EA3E9ED6-62DA-41D2-822C-7BA01E705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593367"/>
            <a:ext cx="11360700" cy="7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6" name="Google Shape;86;h1534bace3aea51c3_4_140">
            <a:extLst xmlns:a="http://schemas.openxmlformats.org/drawingml/2006/main">
              <a:ext uri="{FF2B5EF4-FFF2-40B4-BE49-F238E27FC236}">
                <a16:creationId xmlns:a16="http://schemas.microsoft.com/office/drawing/2014/main" id="{D0F7655F-963B-4A4E-AA11-90FF629F6C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1536633"/>
            <a:ext cx="11360700" cy="45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7" name="Google Shape;87;h1534bace3aea51c3_4_140">
            <a:extLst xmlns:a="http://schemas.openxmlformats.org/drawingml/2006/main">
              <a:ext uri="{FF2B5EF4-FFF2-40B4-BE49-F238E27FC236}">
                <a16:creationId xmlns:a16="http://schemas.microsoft.com/office/drawing/2014/main" id="{FE5708FC-E617-4469-B30F-439887FC05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algn="r">
              <a:buNone/>
              <a:defRPr sz="1300">
                <a:solidFill>
                  <a:schemeClr val="dk2"/>
                </a:solidFill>
              </a:defRPr>
            </a:lvl1pPr>
            <a:lvl2pPr algn="r">
              <a:buNone/>
              <a:defRPr sz="1300">
                <a:solidFill>
                  <a:schemeClr val="dk2"/>
                </a:solidFill>
              </a:defRPr>
            </a:lvl2pPr>
            <a:lvl3pPr algn="r">
              <a:buNone/>
              <a:defRPr sz="1300">
                <a:solidFill>
                  <a:schemeClr val="dk2"/>
                </a:solidFill>
              </a:defRPr>
            </a:lvl3pPr>
            <a:lvl4pPr algn="r">
              <a:buNone/>
              <a:defRPr sz="1300">
                <a:solidFill>
                  <a:schemeClr val="dk2"/>
                </a:solidFill>
              </a:defRPr>
            </a:lvl4pPr>
            <a:lvl5pPr algn="r">
              <a:buNone/>
              <a:defRPr sz="1300">
                <a:solidFill>
                  <a:schemeClr val="dk2"/>
                </a:solidFill>
              </a:defRPr>
            </a:lvl5pPr>
            <a:lvl6pPr algn="r">
              <a:buNone/>
              <a:defRPr sz="1300">
                <a:solidFill>
                  <a:schemeClr val="dk2"/>
                </a:solidFill>
              </a:defRPr>
            </a:lvl6pPr>
            <a:lvl7pPr algn="r">
              <a:buNone/>
              <a:defRPr sz="1300">
                <a:solidFill>
                  <a:schemeClr val="dk2"/>
                </a:solidFill>
              </a:defRPr>
            </a:lvl7pPr>
            <a:lvl8pPr algn="r">
              <a:buNone/>
              <a:defRPr sz="1300">
                <a:solidFill>
                  <a:schemeClr val="dk2"/>
                </a:solidFill>
              </a:defRPr>
            </a:lvl8pPr>
            <a:lvl9pPr algn="r">
              <a:buNone/>
              <a:defRPr sz="13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f3e8127fe1e4d99"/>
    <p:sldLayoutId xmlns:r="http://schemas.openxmlformats.org/officeDocument/2006/relationships" id="2147483662" r:id="Rf84b116b73bc4ff0"/>
    <p:sldLayoutId xmlns:r="http://schemas.openxmlformats.org/officeDocument/2006/relationships" id="2147483663" r:id="Ree7c6925d8a74275"/>
    <p:sldLayoutId xmlns:r="http://schemas.openxmlformats.org/officeDocument/2006/relationships" id="2147483664" r:id="R0ab2c07096b64e18"/>
    <p:sldLayoutId xmlns:r="http://schemas.openxmlformats.org/officeDocument/2006/relationships" id="2147483665" r:id="Rec512884685f4e36"/>
    <p:sldLayoutId xmlns:r="http://schemas.openxmlformats.org/officeDocument/2006/relationships" id="2147483666" r:id="R6e8670dd61904599"/>
    <p:sldLayoutId xmlns:r="http://schemas.openxmlformats.org/officeDocument/2006/relationships" id="2147483667" r:id="R59206ec6fb754349"/>
    <p:sldLayoutId xmlns:r="http://schemas.openxmlformats.org/officeDocument/2006/relationships" id="2147483668" r:id="Ra0d07a1516064df9"/>
    <p:sldLayoutId xmlns:r="http://schemas.openxmlformats.org/officeDocument/2006/relationships" id="2147483669" r:id="R7275de251a9f4822"/>
    <p:sldLayoutId xmlns:r="http://schemas.openxmlformats.org/officeDocument/2006/relationships" id="2147483670" r:id="R4075966a81514ab7"/>
    <p:sldLayoutId xmlns:r="http://schemas.openxmlformats.org/officeDocument/2006/relationships" id="2147483671" r:id="Ra2b776cc36864ba3"/>
    <p:sldLayoutId xmlns:r="http://schemas.openxmlformats.org/officeDocument/2006/relationships" id="2147483672" r:id="Ra61a26d0053645ae"/>
    <p:sldLayoutId xmlns:r="http://schemas.openxmlformats.org/officeDocument/2006/relationships" id="2147483673" r:id="R78c13f8670424f3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3426f8b1654dcf" /><Relationship Type="http://schemas.openxmlformats.org/officeDocument/2006/relationships/notesSlide" Target="/ppt/notesSlides/notesSlide1.xml" Id="R5c45dc237c6647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aa4b992ff34199" /><Relationship Type="http://schemas.openxmlformats.org/officeDocument/2006/relationships/notesSlide" Target="/ppt/notesSlides/notesSlide2.xml" Id="R2bbb2e2b690945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d510487e8c4adb" /><Relationship Type="http://schemas.openxmlformats.org/officeDocument/2006/relationships/notesSlide" Target="/ppt/notesSlides/notesSlide3.xml" Id="R12e1372a6d084e1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1" name="Google Shape;211;h130dfbe24314794c_0_96">
            <a:extLst xmlns:a="http://schemas.openxmlformats.org/drawingml/2006/main">
              <a:ext uri="{FF2B5EF4-FFF2-40B4-BE49-F238E27FC236}">
                <a16:creationId xmlns:a16="http://schemas.microsoft.com/office/drawing/2014/main" id="{31C049D5-0C63-4DD2-9B05-A1D4EA7EF6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6225"/>
            <a:ext cx="10906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>
            <a:defPPr>
              <a:defRPr sz="3900" b="1">
                <a:solidFill>
                  <a:srgbClr val="000000"/>
                </a:solidFill>
              </a:defRPr>
            </a:defPPr>
            <a:lvl1pPr>
              <a:defRPr sz="3900" b="1">
                <a:solidFill>
                  <a:srgbClr val="000000"/>
                </a:solidFill>
              </a:defRPr>
            </a:lvl1pPr>
            <a:lvl2pPr>
              <a:defRPr sz="3900" b="1">
                <a:solidFill>
                  <a:srgbClr val="000000"/>
                </a:solidFill>
              </a:defRPr>
            </a:lvl2pPr>
            <a:lvl3pPr>
              <a:defRPr sz="3900" b="1">
                <a:solidFill>
                  <a:srgbClr val="000000"/>
                </a:solidFill>
              </a:defRPr>
            </a:lvl3pPr>
            <a:lvl4pPr>
              <a:defRPr sz="3900" b="1">
                <a:solidFill>
                  <a:srgbClr val="000000"/>
                </a:solidFill>
              </a:defRPr>
            </a:lvl4pPr>
            <a:lvl5pPr>
              <a:defRPr sz="3900" b="1">
                <a:solidFill>
                  <a:srgbClr val="000000"/>
                </a:solidFill>
              </a:defRPr>
            </a:lvl5pPr>
            <a:lvl6pPr>
              <a:defRPr sz="3900" b="1">
                <a:solidFill>
                  <a:srgbClr val="000000"/>
                </a:solidFill>
              </a:defRPr>
            </a:lvl6pPr>
            <a:lvl7pPr>
              <a:defRPr sz="3900" b="1">
                <a:solidFill>
                  <a:srgbClr val="000000"/>
                </a:solidFill>
              </a:defRPr>
            </a:lvl7pPr>
            <a:lvl8pPr>
              <a:defRPr sz="3900" b="1">
                <a:solidFill>
                  <a:srgbClr val="000000"/>
                </a:solidFill>
              </a:defRPr>
            </a:lvl8pPr>
            <a:lvl9pPr>
              <a:defRPr sz="3900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</a:rPr>
              <a:t>Naive Checker: Early-Return Timing</a:t>
            </a:r>
            <a:endParaRPr/>
          </a:p>
        </p:txBody>
      </p:sp>
      <p:sp>
        <p:nvSpPr>
          <p:cNvPr id="213" name="Google Shape;213;h130dfbe24314794c_0_96">
            <a:extLst xmlns:a="http://schemas.openxmlformats.org/drawingml/2006/main">
              <a:ext uri="{FF2B5EF4-FFF2-40B4-BE49-F238E27FC236}">
                <a16:creationId xmlns:a16="http://schemas.microsoft.com/office/drawing/2014/main" id="{648F2A41-6F27-4E77-AB80-DAC6D044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5757225" y="416474"/>
            <a:ext cx="684300" cy="12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B8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5" name="Google Shape;215;h130dfbe24314794c_0_96">
            <a:extLst xmlns:a="http://schemas.openxmlformats.org/drawingml/2006/main">
              <a:ext uri="{FF2B5EF4-FFF2-40B4-BE49-F238E27FC236}">
                <a16:creationId xmlns:a16="http://schemas.microsoft.com/office/drawing/2014/main" id="{2F1EB92E-FBC2-4E50-8BE5-456357D8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77518" y="5876773"/>
            <a:ext cx="717900" cy="154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16" name="Google Shape;216;h130dfbe24314794c_0_96">
            <a:extLst xmlns:a="http://schemas.openxmlformats.org/drawingml/2006/main">
              <a:ext uri="{FF2B5EF4-FFF2-40B4-BE49-F238E27FC236}">
                <a16:creationId xmlns:a16="http://schemas.microsoft.com/office/drawing/2014/main" id="{30A6591A-0F32-42D4-BF60-9D15623E34C1}"/>
              </a:ext>
            </a:extLst>
          </p:cNvPr>
          <p:cNvCxnSpPr/>
          <p:nvPr/>
        </p:nvCxnSpPr>
        <p:spPr>
          <a:xfrm xmlns:a="http://schemas.openxmlformats.org/drawingml/2006/main" rot="10800000" flipH="1" flipV="0">
            <a:off x="3596451" y="5941860"/>
            <a:ext cx="8606100" cy="78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217" name="mechanism-heading">
            <a:extLst xmlns:a="http://schemas.openxmlformats.org/drawingml/2006/main">
              <a:ext uri="{FF2B5EF4-FFF2-40B4-BE49-F238E27FC236}">
                <a16:creationId xmlns:a16="http://schemas.microsoft.com/office/drawing/2014/main" id="{A4BA9DD5-A153-4A1D-ABD6-39320592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38275"/>
            <a:ext cx="3667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0000"/>
                </a:solidFill>
              </a:defRPr>
            </a:defPPr>
            <a:lvl1pPr>
              <a:defRPr sz="2400" b="1">
                <a:solidFill>
                  <a:srgbClr val="000000"/>
                </a:solidFill>
              </a:defRPr>
            </a:lvl1pPr>
            <a:lvl2pPr>
              <a:defRPr sz="2400" b="1">
                <a:solidFill>
                  <a:srgbClr val="000000"/>
                </a:solidFill>
              </a:defRPr>
            </a:lvl2pPr>
            <a:lvl3pPr>
              <a:defRPr sz="2400" b="1">
                <a:solidFill>
                  <a:srgbClr val="000000"/>
                </a:solidFill>
              </a:defRPr>
            </a:lvl3pPr>
            <a:lvl4pPr>
              <a:defRPr sz="2400" b="1">
                <a:solidFill>
                  <a:srgbClr val="000000"/>
                </a:solidFill>
              </a:defRPr>
            </a:lvl4pPr>
            <a:lvl5pPr>
              <a:defRPr sz="2400" b="1">
                <a:solidFill>
                  <a:srgbClr val="000000"/>
                </a:solidFill>
              </a:defRPr>
            </a:lvl5pPr>
            <a:lvl6pPr>
              <a:defRPr sz="2400" b="1">
                <a:solidFill>
                  <a:srgbClr val="000000"/>
                </a:solidFill>
              </a:defRPr>
            </a:lvl6pPr>
            <a:lvl7pPr>
              <a:defRPr sz="2400" b="1">
                <a:solidFill>
                  <a:srgbClr val="000000"/>
                </a:solidFill>
              </a:defRPr>
            </a:lvl7pPr>
            <a:lvl8pPr>
              <a:defRPr sz="2400" b="1">
                <a:solidFill>
                  <a:srgbClr val="000000"/>
                </a:solidFill>
              </a:defRPr>
            </a:lvl8pPr>
            <a:lvl9pPr>
              <a:defRPr sz="2400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How the leak works</a:t>
            </a:r>
          </a:p>
        </p:txBody>
      </p:sp>
      <p:sp>
        <p:nvSpPr>
          <p:cNvPr id="218" name="mechanism">
            <a:extLst xmlns:a="http://schemas.openxmlformats.org/drawingml/2006/main">
              <a:ext uri="{FF2B5EF4-FFF2-40B4-BE49-F238E27FC236}">
                <a16:creationId xmlns:a16="http://schemas.microsoft.com/office/drawing/2014/main" id="{8A16E36C-1EF9-4D93-97BA-956D0AA8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90725"/>
            <a:ext cx="3714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00000"/>
                </a:solidFill>
              </a:defRPr>
            </a:defPPr>
            <a:lvl1pPr>
              <a:defRPr sz="2100" b="0">
                <a:solidFill>
                  <a:srgbClr val="000000"/>
                </a:solidFill>
              </a:defRPr>
            </a:lvl1pPr>
            <a:lvl2pPr>
              <a:defRPr sz="2100" b="0">
                <a:solidFill>
                  <a:srgbClr val="000000"/>
                </a:solidFill>
              </a:defRPr>
            </a:lvl2pPr>
            <a:lvl3pPr>
              <a:defRPr sz="2100" b="0">
                <a:solidFill>
                  <a:srgbClr val="000000"/>
                </a:solidFill>
              </a:defRPr>
            </a:lvl3pPr>
            <a:lvl4pPr>
              <a:defRPr sz="2100" b="0">
                <a:solidFill>
                  <a:srgbClr val="000000"/>
                </a:solidFill>
              </a:defRPr>
            </a:lvl4pPr>
            <a:lvl5pPr>
              <a:defRPr sz="2100" b="0">
                <a:solidFill>
                  <a:srgbClr val="000000"/>
                </a:solidFill>
              </a:defRPr>
            </a:lvl5pPr>
            <a:lvl6pPr>
              <a:defRPr sz="2100" b="0">
                <a:solidFill>
                  <a:srgbClr val="000000"/>
                </a:solidFill>
              </a:defRPr>
            </a:lvl6pPr>
            <a:lvl7pPr>
              <a:defRPr sz="2100" b="0">
                <a:solidFill>
                  <a:srgbClr val="000000"/>
                </a:solidFill>
              </a:defRPr>
            </a:lvl7pPr>
            <a:lvl8pPr>
              <a:defRPr sz="2100" b="0">
                <a:solidFill>
                  <a:srgbClr val="000000"/>
                </a:solidFill>
              </a:defRPr>
            </a:lvl8pPr>
            <a:lvl9pPr>
              <a:defRPr sz="21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Checks characters in order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Stops at the first mismatch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Longer matching prefixes</a:t>
            </a:r>
          </a:p>
          <a:p xmlns:a="http://schemas.openxmlformats.org/drawingml/2006/main">
            <a:pPr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can take more time</a:t>
            </a:r>
          </a:p>
        </p:txBody>
      </p:sp>
      <p:sp>
        <p:nvSpPr>
          <p:cNvPr id="219" name="code-heading">
            <a:extLst xmlns:a="http://schemas.openxmlformats.org/drawingml/2006/main">
              <a:ext uri="{FF2B5EF4-FFF2-40B4-BE49-F238E27FC236}">
                <a16:creationId xmlns:a16="http://schemas.microsoft.com/office/drawing/2014/main" id="{2856E7BE-6252-4109-8C2E-5D9B7C1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382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00000"/>
                </a:solidFill>
              </a:defRPr>
            </a:defPPr>
            <a:lvl1pPr>
              <a:defRPr sz="1950" b="1">
                <a:solidFill>
                  <a:srgbClr val="000000"/>
                </a:solidFill>
              </a:defRPr>
            </a:lvl1pPr>
            <a:lvl2pPr>
              <a:defRPr sz="1950" b="1">
                <a:solidFill>
                  <a:srgbClr val="000000"/>
                </a:solidFill>
              </a:defRPr>
            </a:lvl2pPr>
            <a:lvl3pPr>
              <a:defRPr sz="1950" b="1">
                <a:solidFill>
                  <a:srgbClr val="000000"/>
                </a:solidFill>
              </a:defRPr>
            </a:lvl3pPr>
            <a:lvl4pPr>
              <a:defRPr sz="1950" b="1">
                <a:solidFill>
                  <a:srgbClr val="000000"/>
                </a:solidFill>
              </a:defRPr>
            </a:lvl4pPr>
            <a:lvl5pPr>
              <a:defRPr sz="1950" b="1">
                <a:solidFill>
                  <a:srgbClr val="000000"/>
                </a:solidFill>
              </a:defRPr>
            </a:lvl5pPr>
            <a:lvl6pPr>
              <a:defRPr sz="1950" b="1">
                <a:solidFill>
                  <a:srgbClr val="000000"/>
                </a:solidFill>
              </a:defRPr>
            </a:lvl6pPr>
            <a:lvl7pPr>
              <a:defRPr sz="1950" b="1">
                <a:solidFill>
                  <a:srgbClr val="000000"/>
                </a:solidFill>
              </a:defRPr>
            </a:lvl7pPr>
            <a:lvl8pPr>
              <a:defRPr sz="1950" b="1">
                <a:solidFill>
                  <a:srgbClr val="000000"/>
                </a:solidFill>
              </a:defRPr>
            </a:lvl8pPr>
            <a:lvl9pPr>
              <a:defRPr sz="1950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Original Python comparison (excerpt, work=0)</a:t>
            </a:r>
          </a:p>
        </p:txBody>
      </p:sp>
      <p:sp>
        <p:nvSpPr>
          <p:cNvPr id="220" name="code">
            <a:extLst xmlns:a="http://schemas.openxmlformats.org/drawingml/2006/main">
              <a:ext uri="{FF2B5EF4-FFF2-40B4-BE49-F238E27FC236}">
                <a16:creationId xmlns:a16="http://schemas.microsoft.com/office/drawing/2014/main" id="{C039A41F-4D96-4D61-AA62-85F63FD5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19300"/>
            <a:ext cx="6762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00000"/>
                </a:solidFill>
              </a:defRPr>
            </a:defPPr>
            <a:lvl1pPr>
              <a:defRPr sz="1725" b="0">
                <a:solidFill>
                  <a:srgbClr val="000000"/>
                </a:solidFill>
              </a:defRPr>
            </a:lvl1pPr>
            <a:lvl2pPr>
              <a:defRPr sz="1725" b="0">
                <a:solidFill>
                  <a:srgbClr val="000000"/>
                </a:solidFill>
              </a:defRPr>
            </a:lvl2pPr>
            <a:lvl3pPr>
              <a:defRPr sz="1725" b="0">
                <a:solidFill>
                  <a:srgbClr val="000000"/>
                </a:solidFill>
              </a:defRPr>
            </a:lvl3pPr>
            <a:lvl4pPr>
              <a:defRPr sz="1725" b="0">
                <a:solidFill>
                  <a:srgbClr val="000000"/>
                </a:solidFill>
              </a:defRPr>
            </a:lvl4pPr>
            <a:lvl5pPr>
              <a:defRPr sz="1725" b="0">
                <a:solidFill>
                  <a:srgbClr val="000000"/>
                </a:solidFill>
              </a:defRPr>
            </a:lvl5pPr>
            <a:lvl6pPr>
              <a:defRPr sz="1725" b="0">
                <a:solidFill>
                  <a:srgbClr val="000000"/>
                </a:solidFill>
              </a:defRPr>
            </a:lvl6pPr>
            <a:lvl7pPr>
              <a:defRPr sz="1725" b="0">
                <a:solidFill>
                  <a:srgbClr val="000000"/>
                </a:solidFill>
              </a:defRPr>
            </a:lvl7pPr>
            <a:lvl8pPr>
              <a:defRPr sz="1725" b="0">
                <a:solidFill>
                  <a:srgbClr val="000000"/>
                </a:solidFill>
              </a:defRPr>
            </a:lvl8pPr>
            <a:lvl9pPr>
              <a:defRPr sz="1725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if len(candidate) != len(secret):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    return False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for actual, expected in zip(candidate, secret):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    if actual != expected: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        return False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return True</a:t>
            </a:r>
          </a:p>
        </p:txBody>
      </p:sp>
      <p:sp>
        <p:nvSpPr>
          <p:cNvPr id="221" name="contribution">
            <a:extLst xmlns:a="http://schemas.openxmlformats.org/drawingml/2006/main">
              <a:ext uri="{FF2B5EF4-FFF2-40B4-BE49-F238E27FC236}">
                <a16:creationId xmlns:a16="http://schemas.microsoft.com/office/drawing/2014/main" id="{E3DAA5F8-422E-42B3-9525-A31B198B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0000"/>
                </a:solidFill>
              </a:defRPr>
            </a:defPPr>
            <a:lvl1pPr>
              <a:defRPr sz="2325" b="1">
                <a:solidFill>
                  <a:srgbClr val="000000"/>
                </a:solidFill>
              </a:defRPr>
            </a:lvl1pPr>
            <a:lvl2pPr>
              <a:defRPr sz="2325" b="1">
                <a:solidFill>
                  <a:srgbClr val="000000"/>
                </a:solidFill>
              </a:defRPr>
            </a:lvl2pPr>
            <a:lvl3pPr>
              <a:defRPr sz="2325" b="1">
                <a:solidFill>
                  <a:srgbClr val="000000"/>
                </a:solidFill>
              </a:defRPr>
            </a:lvl3pPr>
            <a:lvl4pPr>
              <a:defRPr sz="2325" b="1">
                <a:solidFill>
                  <a:srgbClr val="000000"/>
                </a:solidFill>
              </a:defRPr>
            </a:lvl4pPr>
            <a:lvl5pPr>
              <a:defRPr sz="2325" b="1">
                <a:solidFill>
                  <a:srgbClr val="000000"/>
                </a:solidFill>
              </a:defRPr>
            </a:lvl5pPr>
            <a:lvl6pPr>
              <a:defRPr sz="2325" b="1">
                <a:solidFill>
                  <a:srgbClr val="000000"/>
                </a:solidFill>
              </a:defRPr>
            </a:lvl6pPr>
            <a:lvl7pPr>
              <a:defRPr sz="2325" b="1">
                <a:solidFill>
                  <a:srgbClr val="000000"/>
                </a:solidFill>
              </a:defRPr>
            </a:lvl7pPr>
            <a:lvl8pPr>
              <a:defRPr sz="2325" b="1">
                <a:solidFill>
                  <a:srgbClr val="000000"/>
                </a:solidFill>
              </a:defRPr>
            </a:lvl8pPr>
            <a:lvl9pPr>
              <a:defRPr sz="2325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My experiment</a:t>
            </a:r>
          </a:p>
        </p:txBody>
      </p:sp>
      <p:sp>
        <p:nvSpPr>
          <p:cNvPr id="222" name="outcome">
            <a:extLst xmlns:a="http://schemas.openxmlformats.org/drawingml/2006/main">
              <a:ext uri="{FF2B5EF4-FFF2-40B4-BE49-F238E27FC236}">
                <a16:creationId xmlns:a16="http://schemas.microsoft.com/office/drawing/2014/main" id="{864050F0-4641-4767-8EE2-C8F03530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00000"/>
                </a:solidFill>
              </a:defRPr>
            </a:defPPr>
            <a:lvl1pPr>
              <a:defRPr sz="2100" b="0">
                <a:solidFill>
                  <a:srgbClr val="000000"/>
                </a:solidFill>
              </a:defRPr>
            </a:lvl1pPr>
            <a:lvl2pPr>
              <a:defRPr sz="2100" b="0">
                <a:solidFill>
                  <a:srgbClr val="000000"/>
                </a:solidFill>
              </a:defRPr>
            </a:lvl2pPr>
            <a:lvl3pPr>
              <a:defRPr sz="2100" b="0">
                <a:solidFill>
                  <a:srgbClr val="000000"/>
                </a:solidFill>
              </a:defRPr>
            </a:lvl3pPr>
            <a:lvl4pPr>
              <a:defRPr sz="2100" b="0">
                <a:solidFill>
                  <a:srgbClr val="000000"/>
                </a:solidFill>
              </a:defRPr>
            </a:lvl4pPr>
            <a:lvl5pPr>
              <a:defRPr sz="2100" b="0">
                <a:solidFill>
                  <a:srgbClr val="000000"/>
                </a:solidFill>
              </a:defRPr>
            </a:lvl5pPr>
            <a:lvl6pPr>
              <a:defRPr sz="2100" b="0">
                <a:solidFill>
                  <a:srgbClr val="000000"/>
                </a:solidFill>
              </a:defRPr>
            </a:lvl6pPr>
            <a:lvl7pPr>
              <a:defRPr sz="2100" b="0">
                <a:solidFill>
                  <a:srgbClr val="000000"/>
                </a:solidFill>
              </a:defRPr>
            </a:lvl7pPr>
            <a:lvl8pPr>
              <a:defRPr sz="2100" b="0">
                <a:solidFill>
                  <a:srgbClr val="000000"/>
                </a:solidFill>
              </a:defRPr>
            </a:lvl8pPr>
            <a:lvl9pPr>
              <a:defRPr sz="21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Native C timing on Windows recovered the synthetic password cabd.</a:t>
            </a:r>
          </a:p>
          <a:p xmlns:a="http://schemas.openxmlformats.org/drawingml/2006/main">
            <a:pPr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Used repeated measurements and median timing, with no artificial delay.</a:t>
            </a:r>
          </a:p>
        </p:txBody>
      </p:sp>
    </p:spTree>
    <p:extLst>
      <p:ext uri="{BB962C8B-B14F-4D97-AF65-F5344CB8AC3E}">
        <p14:creationId xmlns:p14="http://schemas.microsoft.com/office/powerpoint/2010/main" val="6093105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1" name="Google Shape;211;h130dfbe24314794c_0_96">
            <a:extLst xmlns:a="http://schemas.openxmlformats.org/drawingml/2006/main">
              <a:ext uri="{FF2B5EF4-FFF2-40B4-BE49-F238E27FC236}">
                <a16:creationId xmlns:a16="http://schemas.microsoft.com/office/drawing/2014/main" id="{F5388E31-B0FC-4021-94E3-904B6D12E0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6225"/>
            <a:ext cx="10906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>
            <a:defPPr>
              <a:defRPr sz="3900" b="1">
                <a:solidFill>
                  <a:srgbClr val="000000"/>
                </a:solidFill>
              </a:defRPr>
            </a:defPPr>
            <a:lvl1pPr>
              <a:defRPr sz="3900" b="1">
                <a:solidFill>
                  <a:srgbClr val="000000"/>
                </a:solidFill>
              </a:defRPr>
            </a:lvl1pPr>
            <a:lvl2pPr>
              <a:defRPr sz="3900" b="1">
                <a:solidFill>
                  <a:srgbClr val="000000"/>
                </a:solidFill>
              </a:defRPr>
            </a:lvl2pPr>
            <a:lvl3pPr>
              <a:defRPr sz="3900" b="1">
                <a:solidFill>
                  <a:srgbClr val="000000"/>
                </a:solidFill>
              </a:defRPr>
            </a:lvl3pPr>
            <a:lvl4pPr>
              <a:defRPr sz="3900" b="1">
                <a:solidFill>
                  <a:srgbClr val="000000"/>
                </a:solidFill>
              </a:defRPr>
            </a:lvl4pPr>
            <a:lvl5pPr>
              <a:defRPr sz="3900" b="1">
                <a:solidFill>
                  <a:srgbClr val="000000"/>
                </a:solidFill>
              </a:defRPr>
            </a:lvl5pPr>
            <a:lvl6pPr>
              <a:defRPr sz="3900" b="1">
                <a:solidFill>
                  <a:srgbClr val="000000"/>
                </a:solidFill>
              </a:defRPr>
            </a:lvl6pPr>
            <a:lvl7pPr>
              <a:defRPr sz="3900" b="1">
                <a:solidFill>
                  <a:srgbClr val="000000"/>
                </a:solidFill>
              </a:defRPr>
            </a:lvl7pPr>
            <a:lvl8pPr>
              <a:defRPr sz="3900" b="1">
                <a:solidFill>
                  <a:srgbClr val="000000"/>
                </a:solidFill>
              </a:defRPr>
            </a:lvl8pPr>
            <a:lvl9pPr>
              <a:defRPr sz="3900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</a:rPr>
              <a:t>V1: Learning from Timing Measurements</a:t>
            </a:r>
            <a:endParaRPr/>
          </a:p>
        </p:txBody>
      </p:sp>
      <p:sp>
        <p:nvSpPr>
          <p:cNvPr id="213" name="Google Shape;213;h130dfbe24314794c_0_96">
            <a:extLst xmlns:a="http://schemas.openxmlformats.org/drawingml/2006/main">
              <a:ext uri="{FF2B5EF4-FFF2-40B4-BE49-F238E27FC236}">
                <a16:creationId xmlns:a16="http://schemas.microsoft.com/office/drawing/2014/main" id="{5100F6CE-5892-4DA8-8E05-14B62A4E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5757225" y="416474"/>
            <a:ext cx="684300" cy="12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B8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5" name="Google Shape;215;h130dfbe24314794c_0_96">
            <a:extLst xmlns:a="http://schemas.openxmlformats.org/drawingml/2006/main">
              <a:ext uri="{FF2B5EF4-FFF2-40B4-BE49-F238E27FC236}">
                <a16:creationId xmlns:a16="http://schemas.microsoft.com/office/drawing/2014/main" id="{33766965-9250-4561-A3E9-DC7DA678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77518" y="5876773"/>
            <a:ext cx="717900" cy="154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16" name="Google Shape;216;h130dfbe24314794c_0_96">
            <a:extLst xmlns:a="http://schemas.openxmlformats.org/drawingml/2006/main">
              <a:ext uri="{FF2B5EF4-FFF2-40B4-BE49-F238E27FC236}">
                <a16:creationId xmlns:a16="http://schemas.microsoft.com/office/drawing/2014/main" id="{61782505-D49E-470B-984F-BC8CDDC7DE37}"/>
              </a:ext>
            </a:extLst>
          </p:cNvPr>
          <p:cNvCxnSpPr/>
          <p:nvPr/>
        </p:nvCxnSpPr>
        <p:spPr>
          <a:xfrm xmlns:a="http://schemas.openxmlformats.org/drawingml/2006/main" rot="10800000" flipH="1" flipV="0">
            <a:off x="3596451" y="5941860"/>
            <a:ext cx="8606100" cy="78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217" name="setup-heading">
            <a:extLst xmlns:a="http://schemas.openxmlformats.org/drawingml/2006/main">
              <a:ext uri="{FF2B5EF4-FFF2-40B4-BE49-F238E27FC236}">
                <a16:creationId xmlns:a16="http://schemas.microsoft.com/office/drawing/2014/main" id="{0B26D7E5-60F3-46D9-87F1-AEF150D8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573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00000"/>
                </a:solidFill>
              </a:defRPr>
            </a:defPPr>
            <a:lvl1pPr>
              <a:defRPr sz="2475" b="1">
                <a:solidFill>
                  <a:srgbClr val="000000"/>
                </a:solidFill>
              </a:defRPr>
            </a:lvl1pPr>
            <a:lvl2pPr>
              <a:defRPr sz="2475" b="1">
                <a:solidFill>
                  <a:srgbClr val="000000"/>
                </a:solidFill>
              </a:defRPr>
            </a:lvl2pPr>
            <a:lvl3pPr>
              <a:defRPr sz="2475" b="1">
                <a:solidFill>
                  <a:srgbClr val="000000"/>
                </a:solidFill>
              </a:defRPr>
            </a:lvl3pPr>
            <a:lvl4pPr>
              <a:defRPr sz="2475" b="1">
                <a:solidFill>
                  <a:srgbClr val="000000"/>
                </a:solidFill>
              </a:defRPr>
            </a:lvl4pPr>
            <a:lvl5pPr>
              <a:defRPr sz="2475" b="1">
                <a:solidFill>
                  <a:srgbClr val="000000"/>
                </a:solidFill>
              </a:defRPr>
            </a:lvl5pPr>
            <a:lvl6pPr>
              <a:defRPr sz="2475" b="1">
                <a:solidFill>
                  <a:srgbClr val="000000"/>
                </a:solidFill>
              </a:defRPr>
            </a:lvl6pPr>
            <a:lvl7pPr>
              <a:defRPr sz="2475" b="1">
                <a:solidFill>
                  <a:srgbClr val="000000"/>
                </a:solidFill>
              </a:defRPr>
            </a:lvl7pPr>
            <a:lvl8pPr>
              <a:defRPr sz="2475" b="1">
                <a:solidFill>
                  <a:srgbClr val="000000"/>
                </a:solidFill>
              </a:defRPr>
            </a:lvl8pPr>
            <a:lvl9pPr>
              <a:defRPr sz="2475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0000"/>
                </a:solidFill>
              </a:defRPr>
            </a:pPr>
            <a:r>
              <a:rPr sz="2475" b="1">
                <a:solidFill>
                  <a:srgbClr val="000000"/>
                </a:solidFill>
              </a:rPr>
              <a:t>What I built</a:t>
            </a:r>
          </a:p>
        </p:txBody>
      </p:sp>
      <p:sp>
        <p:nvSpPr>
          <p:cNvPr id="218" name="setup">
            <a:extLst xmlns:a="http://schemas.openxmlformats.org/drawingml/2006/main">
              <a:ext uri="{FF2B5EF4-FFF2-40B4-BE49-F238E27FC236}">
                <a16:creationId xmlns:a16="http://schemas.microsoft.com/office/drawing/2014/main" id="{176A18DB-66DC-472D-A391-D88318CB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00000"/>
                </a:solidFill>
              </a:defRPr>
            </a:defPPr>
            <a:lvl1pPr>
              <a:defRPr sz="2250" b="0">
                <a:solidFill>
                  <a:srgbClr val="000000"/>
                </a:solidFill>
              </a:defRPr>
            </a:lvl1pPr>
            <a:lvl2pPr>
              <a:defRPr sz="2250" b="0">
                <a:solidFill>
                  <a:srgbClr val="000000"/>
                </a:solidFill>
              </a:defRPr>
            </a:lvl2pPr>
            <a:lvl3pPr>
              <a:defRPr sz="2250" b="0">
                <a:solidFill>
                  <a:srgbClr val="000000"/>
                </a:solidFill>
              </a:defRPr>
            </a:lvl3pPr>
            <a:lvl4pPr>
              <a:defRPr sz="2250" b="0">
                <a:solidFill>
                  <a:srgbClr val="000000"/>
                </a:solidFill>
              </a:defRPr>
            </a:lvl4pPr>
            <a:lvl5pPr>
              <a:defRPr sz="2250" b="0">
                <a:solidFill>
                  <a:srgbClr val="000000"/>
                </a:solidFill>
              </a:defRPr>
            </a:lvl5pPr>
            <a:lvl6pPr>
              <a:defRPr sz="2250" b="0">
                <a:solidFill>
                  <a:srgbClr val="000000"/>
                </a:solidFill>
              </a:defRPr>
            </a:lvl6pPr>
            <a:lvl7pPr>
              <a:defRPr sz="2250" b="0">
                <a:solidFill>
                  <a:srgbClr val="000000"/>
                </a:solidFill>
              </a:defRPr>
            </a:lvl7pPr>
            <a:lvl8pPr>
              <a:defRPr sz="2250" b="0">
                <a:solidFill>
                  <a:srgbClr val="000000"/>
                </a:solidFill>
              </a:defRPr>
            </a:lvl8pPr>
            <a:lvl9pPr>
              <a:defRPr sz="225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260 synthetic passwords, 4–16 lowercase letters or digits</a:t>
            </a:r>
          </a:p>
          <a:p xmlns:a="http://schemas.openxmlformats.org/drawingml/2006/main">
            <a:pPr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182 training / 39 validation / 39 test passwords</a:t>
            </a:r>
          </a:p>
          <a:p xmlns:a="http://schemas.openxmlformats.org/drawingml/2006/main">
            <a:pPr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18 timing features feed a linear ranking model, trained locally on CPU</a:t>
            </a:r>
          </a:p>
        </p:txBody>
      </p:sp>
      <p:sp>
        <p:nvSpPr>
          <p:cNvPr id="219" name="result-heading">
            <a:extLst xmlns:a="http://schemas.openxmlformats.org/drawingml/2006/main">
              <a:ext uri="{FF2B5EF4-FFF2-40B4-BE49-F238E27FC236}">
                <a16:creationId xmlns:a16="http://schemas.microsoft.com/office/drawing/2014/main" id="{0576F6ED-0BD9-4AB8-A06B-C9D6B175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00000"/>
                </a:solidFill>
              </a:defRPr>
            </a:defPPr>
            <a:lvl1pPr>
              <a:defRPr sz="2475" b="1">
                <a:solidFill>
                  <a:srgbClr val="000000"/>
                </a:solidFill>
              </a:defRPr>
            </a:lvl1pPr>
            <a:lvl2pPr>
              <a:defRPr sz="2475" b="1">
                <a:solidFill>
                  <a:srgbClr val="000000"/>
                </a:solidFill>
              </a:defRPr>
            </a:lvl2pPr>
            <a:lvl3pPr>
              <a:defRPr sz="2475" b="1">
                <a:solidFill>
                  <a:srgbClr val="000000"/>
                </a:solidFill>
              </a:defRPr>
            </a:lvl3pPr>
            <a:lvl4pPr>
              <a:defRPr sz="2475" b="1">
                <a:solidFill>
                  <a:srgbClr val="000000"/>
                </a:solidFill>
              </a:defRPr>
            </a:lvl4pPr>
            <a:lvl5pPr>
              <a:defRPr sz="2475" b="1">
                <a:solidFill>
                  <a:srgbClr val="000000"/>
                </a:solidFill>
              </a:defRPr>
            </a:lvl5pPr>
            <a:lvl6pPr>
              <a:defRPr sz="2475" b="1">
                <a:solidFill>
                  <a:srgbClr val="000000"/>
                </a:solidFill>
              </a:defRPr>
            </a:lvl6pPr>
            <a:lvl7pPr>
              <a:defRPr sz="2475" b="1">
                <a:solidFill>
                  <a:srgbClr val="000000"/>
                </a:solidFill>
              </a:defRPr>
            </a:lvl7pPr>
            <a:lvl8pPr>
              <a:defRPr sz="2475" b="1">
                <a:solidFill>
                  <a:srgbClr val="000000"/>
                </a:solidFill>
              </a:defRPr>
            </a:lvl8pPr>
            <a:lvl9pPr>
              <a:defRPr sz="2475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0000"/>
                </a:solidFill>
              </a:defRPr>
            </a:pPr>
            <a:r>
              <a:rPr sz="2475" b="1">
                <a:solidFill>
                  <a:srgbClr val="000000"/>
                </a:solidFill>
              </a:rPr>
              <a:t>Blind recovery on 39 test passwords</a:t>
            </a:r>
          </a:p>
        </p:txBody>
      </p:sp>
      <p:sp>
        <p:nvSpPr>
          <p:cNvPr id="220" name="results">
            <a:extLst xmlns:a="http://schemas.openxmlformats.org/drawingml/2006/main">
              <a:ext uri="{FF2B5EF4-FFF2-40B4-BE49-F238E27FC236}">
                <a16:creationId xmlns:a16="http://schemas.microsoft.com/office/drawing/2014/main" id="{425F8429-1FEC-4998-AF8F-F19995DD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8622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000000"/>
                </a:solidFill>
              </a:defRPr>
            </a:defPPr>
            <a:lvl1pPr>
              <a:defRPr sz="2325" b="0">
                <a:solidFill>
                  <a:srgbClr val="000000"/>
                </a:solidFill>
              </a:defRPr>
            </a:lvl1pPr>
            <a:lvl2pPr>
              <a:defRPr sz="2325" b="0">
                <a:solidFill>
                  <a:srgbClr val="000000"/>
                </a:solidFill>
              </a:defRPr>
            </a:lvl2pPr>
            <a:lvl3pPr>
              <a:defRPr sz="2325" b="0">
                <a:solidFill>
                  <a:srgbClr val="000000"/>
                </a:solidFill>
              </a:defRPr>
            </a:lvl3pPr>
            <a:lvl4pPr>
              <a:defRPr sz="2325" b="0">
                <a:solidFill>
                  <a:srgbClr val="000000"/>
                </a:solidFill>
              </a:defRPr>
            </a:lvl4pPr>
            <a:lvl5pPr>
              <a:defRPr sz="2325" b="0">
                <a:solidFill>
                  <a:srgbClr val="000000"/>
                </a:solidFill>
              </a:defRPr>
            </a:lvl5pPr>
            <a:lvl6pPr>
              <a:defRPr sz="2325" b="0">
                <a:solidFill>
                  <a:srgbClr val="000000"/>
                </a:solidFill>
              </a:defRPr>
            </a:lvl6pPr>
            <a:lvl7pPr>
              <a:defRPr sz="2325" b="0">
                <a:solidFill>
                  <a:srgbClr val="000000"/>
                </a:solidFill>
              </a:defRPr>
            </a:lvl7pPr>
            <a:lvl8pPr>
              <a:defRPr sz="2325" b="0">
                <a:solidFill>
                  <a:srgbClr val="000000"/>
                </a:solidFill>
              </a:defRPr>
            </a:lvl8pPr>
            <a:lvl9pPr>
              <a:defRPr sz="2325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000000"/>
                </a:solidFill>
              </a:defRPr>
            </a:pPr>
            <a:r>
              <a:rPr sz="2325" b="0">
                <a:solidFill>
                  <a:srgbClr val="000000"/>
                </a:solidFill>
              </a:rPr>
              <a:t>Learned model: 31/39 (79.5%)</a:t>
            </a:r>
          </a:p>
          <a:p xmlns:a="http://schemas.openxmlformats.org/drawingml/2006/main">
            <a:pPr>
              <a:defRPr sz="2325" b="0">
                <a:solidFill>
                  <a:srgbClr val="000000"/>
                </a:solidFill>
              </a:defRPr>
            </a:pPr>
            <a:r>
              <a:rPr sz="2325" b="0">
                <a:solidFill>
                  <a:srgbClr val="000000"/>
                </a:solidFill>
              </a:rPr>
              <a:t>Median timing baseline: 28/39 (71.8%)</a:t>
            </a:r>
          </a:p>
          <a:p xmlns:a="http://schemas.openxmlformats.org/drawingml/2006/main">
            <a:pPr>
              <a:defRPr sz="2325" b="0">
                <a:solidFill>
                  <a:srgbClr val="000000"/>
                </a:solidFill>
              </a:defRPr>
            </a:pPr>
            <a:r>
              <a:rPr sz="2325" b="0">
                <a:solidFill>
                  <a:srgbClr val="000000"/>
                </a:solidFill>
              </a:rPr>
              <a:t>Fixed-work control: 0/39 for both methods</a:t>
            </a:r>
          </a:p>
        </p:txBody>
      </p:sp>
      <p:sp>
        <p:nvSpPr>
          <p:cNvPr id="221" name="limitation">
            <a:extLst xmlns:a="http://schemas.openxmlformats.org/drawingml/2006/main">
              <a:ext uri="{FF2B5EF4-FFF2-40B4-BE49-F238E27FC236}">
                <a16:creationId xmlns:a16="http://schemas.microsoft.com/office/drawing/2014/main" id="{09705BD3-2B5F-4404-A2A7-F5A79C73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00000"/>
                </a:solidFill>
              </a:defRPr>
            </a:defPPr>
            <a:lvl1pPr>
              <a:defRPr sz="1725" b="0">
                <a:solidFill>
                  <a:srgbClr val="000000"/>
                </a:solidFill>
              </a:defRPr>
            </a:lvl1pPr>
            <a:lvl2pPr>
              <a:defRPr sz="1725" b="0">
                <a:solidFill>
                  <a:srgbClr val="000000"/>
                </a:solidFill>
              </a:defRPr>
            </a:lvl2pPr>
            <a:lvl3pPr>
              <a:defRPr sz="1725" b="0">
                <a:solidFill>
                  <a:srgbClr val="000000"/>
                </a:solidFill>
              </a:defRPr>
            </a:lvl3pPr>
            <a:lvl4pPr>
              <a:defRPr sz="1725" b="0">
                <a:solidFill>
                  <a:srgbClr val="000000"/>
                </a:solidFill>
              </a:defRPr>
            </a:lvl4pPr>
            <a:lvl5pPr>
              <a:defRPr sz="1725" b="0">
                <a:solidFill>
                  <a:srgbClr val="000000"/>
                </a:solidFill>
              </a:defRPr>
            </a:lvl5pPr>
            <a:lvl6pPr>
              <a:defRPr sz="1725" b="0">
                <a:solidFill>
                  <a:srgbClr val="000000"/>
                </a:solidFill>
              </a:defRPr>
            </a:lvl6pPr>
            <a:lvl7pPr>
              <a:defRPr sz="1725" b="0">
                <a:solidFill>
                  <a:srgbClr val="000000"/>
                </a:solidFill>
              </a:defRPr>
            </a:lvl7pPr>
            <a:lvl8pPr>
              <a:defRPr sz="1725" b="0">
                <a:solidFill>
                  <a:srgbClr val="000000"/>
                </a:solidFill>
              </a:defRPr>
            </a:lvl8pPr>
            <a:lvl9pPr>
              <a:defRPr sz="1725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Main limitation: the last character accounted for 5 of 8 model failures.</a:t>
            </a:r>
          </a:p>
        </p:txBody>
      </p:sp>
    </p:spTree>
    <p:extLst>
      <p:ext uri="{BB962C8B-B14F-4D97-AF65-F5344CB8AC3E}">
        <p14:creationId xmlns:p14="http://schemas.microsoft.com/office/powerpoint/2010/main" val="17647446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1" name="Google Shape;211;h130dfbe24314794c_0_96">
            <a:extLst xmlns:a="http://schemas.openxmlformats.org/drawingml/2006/main">
              <a:ext uri="{FF2B5EF4-FFF2-40B4-BE49-F238E27FC236}">
                <a16:creationId xmlns:a16="http://schemas.microsoft.com/office/drawing/2014/main" id="{C39ADE5A-B658-4C20-90EF-82755EAA1B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6225"/>
            <a:ext cx="10906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>
            <a:defPPr>
              <a:defRPr sz="3900" b="1">
                <a:solidFill>
                  <a:srgbClr val="000000"/>
                </a:solidFill>
              </a:defRPr>
            </a:defPPr>
            <a:lvl1pPr>
              <a:defRPr sz="3900" b="1">
                <a:solidFill>
                  <a:srgbClr val="000000"/>
                </a:solidFill>
              </a:defRPr>
            </a:lvl1pPr>
            <a:lvl2pPr>
              <a:defRPr sz="3900" b="1">
                <a:solidFill>
                  <a:srgbClr val="000000"/>
                </a:solidFill>
              </a:defRPr>
            </a:lvl2pPr>
            <a:lvl3pPr>
              <a:defRPr sz="3900" b="1">
                <a:solidFill>
                  <a:srgbClr val="000000"/>
                </a:solidFill>
              </a:defRPr>
            </a:lvl3pPr>
            <a:lvl4pPr>
              <a:defRPr sz="3900" b="1">
                <a:solidFill>
                  <a:srgbClr val="000000"/>
                </a:solidFill>
              </a:defRPr>
            </a:lvl4pPr>
            <a:lvl5pPr>
              <a:defRPr sz="3900" b="1">
                <a:solidFill>
                  <a:srgbClr val="000000"/>
                </a:solidFill>
              </a:defRPr>
            </a:lvl5pPr>
            <a:lvl6pPr>
              <a:defRPr sz="3900" b="1">
                <a:solidFill>
                  <a:srgbClr val="000000"/>
                </a:solidFill>
              </a:defRPr>
            </a:lvl6pPr>
            <a:lvl7pPr>
              <a:defRPr sz="3900" b="1">
                <a:solidFill>
                  <a:srgbClr val="000000"/>
                </a:solidFill>
              </a:defRPr>
            </a:lvl7pPr>
            <a:lvl8pPr>
              <a:defRPr sz="3900" b="1">
                <a:solidFill>
                  <a:srgbClr val="000000"/>
                </a:solidFill>
              </a:defRPr>
            </a:lvl8pPr>
            <a:lvl9pPr>
              <a:defRPr sz="3900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</a:rPr>
              <a:t>V2: Adaptive Sampling and Verification</a:t>
            </a:r>
            <a:endParaRPr/>
          </a:p>
        </p:txBody>
      </p:sp>
      <p:sp>
        <p:nvSpPr>
          <p:cNvPr id="213" name="Google Shape;213;h130dfbe24314794c_0_96">
            <a:extLst xmlns:a="http://schemas.openxmlformats.org/drawingml/2006/main">
              <a:ext uri="{FF2B5EF4-FFF2-40B4-BE49-F238E27FC236}">
                <a16:creationId xmlns:a16="http://schemas.microsoft.com/office/drawing/2014/main" id="{82AE4567-90B3-4B73-9F08-7CCA1527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5757225" y="416474"/>
            <a:ext cx="684300" cy="12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B8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5" name="Google Shape;215;h130dfbe24314794c_0_96">
            <a:extLst xmlns:a="http://schemas.openxmlformats.org/drawingml/2006/main">
              <a:ext uri="{FF2B5EF4-FFF2-40B4-BE49-F238E27FC236}">
                <a16:creationId xmlns:a16="http://schemas.microsoft.com/office/drawing/2014/main" id="{4E26880C-58F4-4433-973C-301B017F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77518" y="5876773"/>
            <a:ext cx="717900" cy="154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16" name="Google Shape;216;h130dfbe24314794c_0_96">
            <a:extLst xmlns:a="http://schemas.openxmlformats.org/drawingml/2006/main">
              <a:ext uri="{FF2B5EF4-FFF2-40B4-BE49-F238E27FC236}">
                <a16:creationId xmlns:a16="http://schemas.microsoft.com/office/drawing/2014/main" id="{6E54A2E0-3106-4235-A834-13B1A663364E}"/>
              </a:ext>
            </a:extLst>
          </p:cNvPr>
          <p:cNvCxnSpPr/>
          <p:nvPr/>
        </p:nvCxnSpPr>
        <p:spPr>
          <a:xfrm xmlns:a="http://schemas.openxmlformats.org/drawingml/2006/main" rot="10800000" flipH="1" flipV="0">
            <a:off x="3596451" y="5941860"/>
            <a:ext cx="8606100" cy="78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217" name="improvements-heading">
            <a:extLst xmlns:a="http://schemas.openxmlformats.org/drawingml/2006/main">
              <a:ext uri="{FF2B5EF4-FFF2-40B4-BE49-F238E27FC236}">
                <a16:creationId xmlns:a16="http://schemas.microsoft.com/office/drawing/2014/main" id="{2FF154A9-221C-433E-AE59-024222C5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573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00000"/>
                </a:solidFill>
              </a:defRPr>
            </a:defPPr>
            <a:lvl1pPr>
              <a:defRPr sz="2475" b="1">
                <a:solidFill>
                  <a:srgbClr val="000000"/>
                </a:solidFill>
              </a:defRPr>
            </a:lvl1pPr>
            <a:lvl2pPr>
              <a:defRPr sz="2475" b="1">
                <a:solidFill>
                  <a:srgbClr val="000000"/>
                </a:solidFill>
              </a:defRPr>
            </a:lvl2pPr>
            <a:lvl3pPr>
              <a:defRPr sz="2475" b="1">
                <a:solidFill>
                  <a:srgbClr val="000000"/>
                </a:solidFill>
              </a:defRPr>
            </a:lvl3pPr>
            <a:lvl4pPr>
              <a:defRPr sz="2475" b="1">
                <a:solidFill>
                  <a:srgbClr val="000000"/>
                </a:solidFill>
              </a:defRPr>
            </a:lvl4pPr>
            <a:lvl5pPr>
              <a:defRPr sz="2475" b="1">
                <a:solidFill>
                  <a:srgbClr val="000000"/>
                </a:solidFill>
              </a:defRPr>
            </a:lvl5pPr>
            <a:lvl6pPr>
              <a:defRPr sz="2475" b="1">
                <a:solidFill>
                  <a:srgbClr val="000000"/>
                </a:solidFill>
              </a:defRPr>
            </a:lvl6pPr>
            <a:lvl7pPr>
              <a:defRPr sz="2475" b="1">
                <a:solidFill>
                  <a:srgbClr val="000000"/>
                </a:solidFill>
              </a:defRPr>
            </a:lvl7pPr>
            <a:lvl8pPr>
              <a:defRPr sz="2475" b="1">
                <a:solidFill>
                  <a:srgbClr val="000000"/>
                </a:solidFill>
              </a:defRPr>
            </a:lvl8pPr>
            <a:lvl9pPr>
              <a:defRPr sz="2475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0000"/>
                </a:solidFill>
              </a:defRPr>
            </a:pPr>
            <a:r>
              <a:rPr sz="2475" b="1">
                <a:solidFill>
                  <a:srgbClr val="000000"/>
                </a:solidFill>
              </a:rPr>
              <a:t>What changed</a:t>
            </a:r>
          </a:p>
        </p:txBody>
      </p:sp>
      <p:sp>
        <p:nvSpPr>
          <p:cNvPr id="218" name="improvements">
            <a:extLst xmlns:a="http://schemas.openxmlformats.org/drawingml/2006/main">
              <a:ext uri="{FF2B5EF4-FFF2-40B4-BE49-F238E27FC236}">
                <a16:creationId xmlns:a16="http://schemas.microsoft.com/office/drawing/2014/main" id="{CC862717-B3FA-417F-ACCA-6C798B18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00000"/>
                </a:solidFill>
              </a:defRPr>
            </a:defPPr>
            <a:lvl1pPr>
              <a:defRPr sz="2250" b="0">
                <a:solidFill>
                  <a:srgbClr val="000000"/>
                </a:solidFill>
              </a:defRPr>
            </a:lvl1pPr>
            <a:lvl2pPr>
              <a:defRPr sz="2250" b="0">
                <a:solidFill>
                  <a:srgbClr val="000000"/>
                </a:solidFill>
              </a:defRPr>
            </a:lvl2pPr>
            <a:lvl3pPr>
              <a:defRPr sz="2250" b="0">
                <a:solidFill>
                  <a:srgbClr val="000000"/>
                </a:solidFill>
              </a:defRPr>
            </a:lvl3pPr>
            <a:lvl4pPr>
              <a:defRPr sz="2250" b="0">
                <a:solidFill>
                  <a:srgbClr val="000000"/>
                </a:solidFill>
              </a:defRPr>
            </a:lvl4pPr>
            <a:lvl5pPr>
              <a:defRPr sz="2250" b="0">
                <a:solidFill>
                  <a:srgbClr val="000000"/>
                </a:solidFill>
              </a:defRPr>
            </a:lvl5pPr>
            <a:lvl6pPr>
              <a:defRPr sz="2250" b="0">
                <a:solidFill>
                  <a:srgbClr val="000000"/>
                </a:solidFill>
              </a:defRPr>
            </a:lvl6pPr>
            <a:lvl7pPr>
              <a:defRPr sz="2250" b="0">
                <a:solidFill>
                  <a:srgbClr val="000000"/>
                </a:solidFill>
              </a:defRPr>
            </a:lvl7pPr>
            <a:lvl8pPr>
              <a:defRPr sz="2250" b="0">
                <a:solidFill>
                  <a:srgbClr val="000000"/>
                </a:solidFill>
              </a:defRPr>
            </a:lvl8pPr>
            <a:lvl9pPr>
              <a:defRPr sz="225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42 timing features capture more variation in the measurements</a:t>
            </a:r>
          </a:p>
          <a:p xmlns:a="http://schemas.openxmlformats.org/drawingml/2006/main">
            <a:pPr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Adaptive sampling stops collecting when candidates separate</a:t>
            </a:r>
          </a:p>
          <a:p xmlns:a="http://schemas.openxmlformats.org/drawingml/2006/main">
            <a:pPr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Final-character verification checks acceptance directly</a:t>
            </a:r>
          </a:p>
        </p:txBody>
      </p:sp>
      <p:sp>
        <p:nvSpPr>
          <p:cNvPr id="219" name="result-heading">
            <a:extLst xmlns:a="http://schemas.openxmlformats.org/drawingml/2006/main">
              <a:ext uri="{FF2B5EF4-FFF2-40B4-BE49-F238E27FC236}">
                <a16:creationId xmlns:a16="http://schemas.microsoft.com/office/drawing/2014/main" id="{636A2E4A-7B7B-45F3-8D2A-6269BB1F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00000"/>
                </a:solidFill>
              </a:defRPr>
            </a:defPPr>
            <a:lvl1pPr>
              <a:defRPr sz="2475" b="1">
                <a:solidFill>
                  <a:srgbClr val="000000"/>
                </a:solidFill>
              </a:defRPr>
            </a:lvl1pPr>
            <a:lvl2pPr>
              <a:defRPr sz="2475" b="1">
                <a:solidFill>
                  <a:srgbClr val="000000"/>
                </a:solidFill>
              </a:defRPr>
            </a:lvl2pPr>
            <a:lvl3pPr>
              <a:defRPr sz="2475" b="1">
                <a:solidFill>
                  <a:srgbClr val="000000"/>
                </a:solidFill>
              </a:defRPr>
            </a:lvl3pPr>
            <a:lvl4pPr>
              <a:defRPr sz="2475" b="1">
                <a:solidFill>
                  <a:srgbClr val="000000"/>
                </a:solidFill>
              </a:defRPr>
            </a:lvl4pPr>
            <a:lvl5pPr>
              <a:defRPr sz="2475" b="1">
                <a:solidFill>
                  <a:srgbClr val="000000"/>
                </a:solidFill>
              </a:defRPr>
            </a:lvl5pPr>
            <a:lvl6pPr>
              <a:defRPr sz="2475" b="1">
                <a:solidFill>
                  <a:srgbClr val="000000"/>
                </a:solidFill>
              </a:defRPr>
            </a:lvl6pPr>
            <a:lvl7pPr>
              <a:defRPr sz="2475" b="1">
                <a:solidFill>
                  <a:srgbClr val="000000"/>
                </a:solidFill>
              </a:defRPr>
            </a:lvl7pPr>
            <a:lvl8pPr>
              <a:defRPr sz="2475" b="1">
                <a:solidFill>
                  <a:srgbClr val="000000"/>
                </a:solidFill>
              </a:defRPr>
            </a:lvl8pPr>
            <a:lvl9pPr>
              <a:defRPr sz="2475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0000"/>
                </a:solidFill>
              </a:defRPr>
            </a:pPr>
            <a:r>
              <a:rPr sz="2475" b="1">
                <a:solidFill>
                  <a:srgbClr val="000000"/>
                </a:solidFill>
              </a:rPr>
              <a:t>Best configuration on 39 test passwords</a:t>
            </a:r>
          </a:p>
        </p:txBody>
      </p:sp>
      <p:sp>
        <p:nvSpPr>
          <p:cNvPr id="220" name="results">
            <a:extLst xmlns:a="http://schemas.openxmlformats.org/drawingml/2006/main">
              <a:ext uri="{FF2B5EF4-FFF2-40B4-BE49-F238E27FC236}">
                <a16:creationId xmlns:a16="http://schemas.microsoft.com/office/drawing/2014/main" id="{1D67BC01-9231-4CE7-9C82-F24B0D33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8622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00000"/>
                </a:solidFill>
              </a:defRPr>
            </a:defPPr>
            <a:lvl1pPr>
              <a:defRPr sz="2250" b="0">
                <a:solidFill>
                  <a:srgbClr val="000000"/>
                </a:solidFill>
              </a:defRPr>
            </a:lvl1pPr>
            <a:lvl2pPr>
              <a:defRPr sz="2250" b="0">
                <a:solidFill>
                  <a:srgbClr val="000000"/>
                </a:solidFill>
              </a:defRPr>
            </a:lvl2pPr>
            <a:lvl3pPr>
              <a:defRPr sz="2250" b="0">
                <a:solidFill>
                  <a:srgbClr val="000000"/>
                </a:solidFill>
              </a:defRPr>
            </a:lvl3pPr>
            <a:lvl4pPr>
              <a:defRPr sz="2250" b="0">
                <a:solidFill>
                  <a:srgbClr val="000000"/>
                </a:solidFill>
              </a:defRPr>
            </a:lvl4pPr>
            <a:lvl5pPr>
              <a:defRPr sz="2250" b="0">
                <a:solidFill>
                  <a:srgbClr val="000000"/>
                </a:solidFill>
              </a:defRPr>
            </a:lvl5pPr>
            <a:lvl6pPr>
              <a:defRPr sz="2250" b="0">
                <a:solidFill>
                  <a:srgbClr val="000000"/>
                </a:solidFill>
              </a:defRPr>
            </a:lvl6pPr>
            <a:lvl7pPr>
              <a:defRPr sz="2250" b="0">
                <a:solidFill>
                  <a:srgbClr val="000000"/>
                </a:solidFill>
              </a:defRPr>
            </a:lvl7pPr>
            <a:lvl8pPr>
              <a:defRPr sz="2250" b="0">
                <a:solidFill>
                  <a:srgbClr val="000000"/>
                </a:solidFill>
              </a:defRPr>
            </a:lvl8pPr>
            <a:lvl9pPr>
              <a:defRPr sz="225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Learned model: 32/39 (82.1%), median baseline: 24/39</a:t>
            </a:r>
          </a:p>
          <a:p xmlns:a="http://schemas.openxmlformats.org/drawingml/2006/main">
            <a:pPr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56% fewer calls than the fixed-sample learned model</a:t>
            </a:r>
          </a:p>
          <a:p xmlns:a="http://schemas.openxmlformats.org/drawingml/2006/main">
            <a:pPr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Fixed-work control: 0/39</a:t>
            </a:r>
          </a:p>
        </p:txBody>
      </p:sp>
      <p:sp>
        <p:nvSpPr>
          <p:cNvPr id="221" name="limitations">
            <a:extLst xmlns:a="http://schemas.openxmlformats.org/drawingml/2006/main">
              <a:ext uri="{FF2B5EF4-FFF2-40B4-BE49-F238E27FC236}">
                <a16:creationId xmlns:a16="http://schemas.microsoft.com/office/drawing/2014/main" id="{1E0B7028-D9CF-4E0C-B7B0-DFCCA5FB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000000"/>
                </a:solidFill>
              </a:defRPr>
            </a:defPPr>
            <a:lvl1pPr>
              <a:defRPr sz="1650" b="0">
                <a:solidFill>
                  <a:srgbClr val="000000"/>
                </a:solidFill>
              </a:defRPr>
            </a:lvl1pPr>
            <a:lvl2pPr>
              <a:defRPr sz="1650" b="0">
                <a:solidFill>
                  <a:srgbClr val="000000"/>
                </a:solidFill>
              </a:defRPr>
            </a:lvl2pPr>
            <a:lvl3pPr>
              <a:defRPr sz="1650" b="0">
                <a:solidFill>
                  <a:srgbClr val="000000"/>
                </a:solidFill>
              </a:defRPr>
            </a:lvl3pPr>
            <a:lvl4pPr>
              <a:defRPr sz="1650" b="0">
                <a:solidFill>
                  <a:srgbClr val="000000"/>
                </a:solidFill>
              </a:defRPr>
            </a:lvl4pPr>
            <a:lvl5pPr>
              <a:defRPr sz="1650" b="0">
                <a:solidFill>
                  <a:srgbClr val="000000"/>
                </a:solidFill>
              </a:defRPr>
            </a:lvl5pPr>
            <a:lvl6pPr>
              <a:defRPr sz="1650" b="0">
                <a:solidFill>
                  <a:srgbClr val="000000"/>
                </a:solidFill>
              </a:defRPr>
            </a:lvl6pPr>
            <a:lvl7pPr>
              <a:defRPr sz="1650" b="0">
                <a:solidFill>
                  <a:srgbClr val="000000"/>
                </a:solidFill>
              </a:defRPr>
            </a:lvl7pPr>
            <a:lvl8pPr>
              <a:defRPr sz="1650" b="0">
                <a:solidFill>
                  <a:srgbClr val="000000"/>
                </a:solidFill>
              </a:defRPr>
            </a:lvl8pPr>
            <a:lvl9pPr>
              <a:defRPr sz="165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Beam search exhausted its budget. Next: improve budget allocation.</a:t>
            </a:r>
          </a:p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V1 and V2 use different datasets and settings, so rates are not directly comparable.</a:t>
            </a:r>
          </a:p>
        </p:txBody>
      </p:sp>
    </p:spTree>
    <p:extLst>
      <p:ext uri="{BB962C8B-B14F-4D97-AF65-F5344CB8AC3E}">
        <p14:creationId xmlns:p14="http://schemas.microsoft.com/office/powerpoint/2010/main" val="161224508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2026-10-22T14:14:37.7750000Z</dcterms:created>
  <dcterms:modified xsi:type="dcterms:W3CDTF">2026-10-22T14:14:37.7750000Z</dcterms:modified>
</coreProperties>
</file>