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6481963d13342dc" /><Relationship Type="http://schemas.openxmlformats.org/officeDocument/2006/relationships/extended-properties" Target="/docProps/app.xml" Id="R914285d4e2de4c4a" /><Relationship Type="http://schemas.openxmlformats.org/officeDocument/2006/relationships/officeDocument" Target="/ppt/presentation.xml" Id="R2c296c19c9bc464d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ff0a02435ca04403"/>
    <p:sldMasterId xmlns:r="http://schemas.openxmlformats.org/officeDocument/2006/relationships" id="2147483660" r:id="R0a18e9f6496b49de"/>
  </p:sldMasterIdLst>
  <p:notesMasterIdLst>
    <p:notesMasterId xmlns:r="http://schemas.openxmlformats.org/officeDocument/2006/relationships" r:id="Rb7706919bfdd4556"/>
  </p:notesMasterIdLst>
  <p:sldIdLst>
    <p:sldId xmlns:r="http://schemas.openxmlformats.org/officeDocument/2006/relationships" id="256" r:id="R2c8713145f4f4f87"/>
  </p:sldIdLst>
  <p:sldSz cx="12192000" cy="6858000"/>
  <p:notesSz cx="6858000" cy="9144000"/>
  <p:embeddedFontLst>
    <p:embeddedFont>
      <p:font typeface="Quattrocento Sans"/>
      <p:regular xmlns:r="http://schemas.openxmlformats.org/officeDocument/2006/relationships" r:id="Re4cd6be27fe24976"/>
      <p:bold xmlns:r="http://schemas.openxmlformats.org/officeDocument/2006/relationships" r:id="Rb68cbce9042c4dde"/>
      <p:italic xmlns:r="http://schemas.openxmlformats.org/officeDocument/2006/relationships" r:id="R45f492e68ae34b1a"/>
      <p:boldItalic xmlns:r="http://schemas.openxmlformats.org/officeDocument/2006/relationships" r:id="R2345dcbc452748fc"/>
    </p:embeddedFont>
    <p:embeddedFont>
      <p:font typeface="Fira Sans Extra Condensed"/>
      <p:regular xmlns:r="http://schemas.openxmlformats.org/officeDocument/2006/relationships" r:id="Rb367d63ea05441e3"/>
      <p:bold xmlns:r="http://schemas.openxmlformats.org/officeDocument/2006/relationships" r:id="R32a08589852c4383"/>
      <p:italic xmlns:r="http://schemas.openxmlformats.org/officeDocument/2006/relationships" r:id="R71b9a51c058943b9"/>
      <p:boldItalic xmlns:r="http://schemas.openxmlformats.org/officeDocument/2006/relationships" r:id="R08d1b0342e884be5"/>
    </p:embeddedFont>
  </p:embeddedFontLst>
  <p:defaultTextStyle>
    <a:def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None/>
    </a:defPPr>
    <a:lvl1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1pPr>
    <a:lvl2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2pPr>
    <a:lvl3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3pPr>
    <a:lvl4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4pPr>
    <a:lvl5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5pPr>
    <a:lvl6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6pPr>
    <a:lvl7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7pPr>
    <a:lvl8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8pPr>
    <a:lvl9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xmlns:r="http://schemas.openxmlformats.org/officeDocument/2006/relationships" def="{53225361-4E54-490B-8115-B04F197A4594}">
  <a:tblStyle styleId="{53225361-4E54-490B-8115-B04F197A459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b52fe8c9c074d6a" /><Relationship Type="http://schemas.openxmlformats.org/officeDocument/2006/relationships/slideMaster" Target="/ppt/slideMasters/slideMaster1.xml" Id="Rff0a02435ca04403" /><Relationship Type="http://schemas.openxmlformats.org/officeDocument/2006/relationships/slideMaster" Target="/ppt/slideMasters/slideMaster2.xml" Id="R0a18e9f6496b49de" /><Relationship Type="http://schemas.openxmlformats.org/officeDocument/2006/relationships/notesMaster" Target="/ppt/notesMasters/notesMaster1.xml" Id="Rb7706919bfdd4556" /><Relationship Type="http://schemas.openxmlformats.org/officeDocument/2006/relationships/presProps" Target="/ppt/presProps.xml" Id="R026b842173244571" /><Relationship Type="http://schemas.openxmlformats.org/officeDocument/2006/relationships/tableStyles" Target="/ppt/tableStyles.xml" Id="Raa73ec706ba740b2" /><Relationship Type="http://schemas.openxmlformats.org/officeDocument/2006/relationships/font" Target="/ppt/fonts/font.dat" Id="Re4cd6be27fe24976" /><Relationship Type="http://schemas.openxmlformats.org/officeDocument/2006/relationships/font" Target="/ppt/fonts/font2.dat" Id="Rb68cbce9042c4dde" /><Relationship Type="http://schemas.openxmlformats.org/officeDocument/2006/relationships/font" Target="/ppt/fonts/font3.dat" Id="R45f492e68ae34b1a" /><Relationship Type="http://schemas.openxmlformats.org/officeDocument/2006/relationships/font" Target="/ppt/fonts/font4.dat" Id="R2345dcbc452748fc" /><Relationship Type="http://schemas.openxmlformats.org/officeDocument/2006/relationships/font" Target="/ppt/fonts/font5.dat" Id="Rb367d63ea05441e3" /><Relationship Type="http://schemas.openxmlformats.org/officeDocument/2006/relationships/font" Target="/ppt/fonts/font6.dat" Id="R32a08589852c4383" /><Relationship Type="http://schemas.openxmlformats.org/officeDocument/2006/relationships/font" Target="/ppt/fonts/font7.dat" Id="R71b9a51c058943b9" /><Relationship Type="http://schemas.openxmlformats.org/officeDocument/2006/relationships/font" Target="/ppt/fonts/font8.dat" Id="R08d1b0342e884be5" /><Relationship Type="http://schemas.openxmlformats.org/officeDocument/2006/relationships/slide" Target="/ppt/slides/slide1.xml" Id="R2c8713145f4f4f8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a20a564941fc49d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92867d81d1c4a9d" /><Relationship Type="http://schemas.openxmlformats.org/officeDocument/2006/relationships/notesMaster" Target="/ppt/notesMasters/notesMaster1.xml" Id="Ra86843c7612745f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Comparison source: Device Security Kickoff + Midterm Presentation - Fall 2026.pptx, slides 7–10. My results: pswd-checker-v2/research_results/v2-run-01/report.json. Adaptive learned model recovered 32/39, adaptive median 24/39. Calls reduction is 56.09% versus fixed-sample learned model within V2. Length 4–16, alphabet lowercase letters and digits. Beam 0/39, full 1/39. Controls 0/39. These are different implementations and measurement setups, not a controlled Rust-versus-C benchmark.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24c0e48fbf4d8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8152f945814c6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4272c6ae954fa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c7bc49155042d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0322f508164ce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4f9a969ad6454d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0cade675ac45a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1f8b7e34e14032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38e164c68c438b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7ade47037d4f35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a64a0fa54642a9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2c25409ade54842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34ee478bc244040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b9a87a418ef4144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5a7cdb958d64715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7fb93bca9bc4826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a469bdf0b4d4c96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02190dd296848cd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4947480c3df4216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147d83e5daa4ccd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5c227ab61af4afb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ac027435dc94c2b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88dac8997d74ceb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412ec1ed58c4397" /></Relationships>
</file>

<file path=ppt/slideLayouts/slideLayout1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 Shape;16;p16">
            <a:extLst xmlns:a="http://schemas.openxmlformats.org/drawingml/2006/main">
              <a:ext uri="{FF2B5EF4-FFF2-40B4-BE49-F238E27FC236}">
                <a16:creationId xmlns:a16="http://schemas.microsoft.com/office/drawing/2014/main" id="{EA6235C8-9CD4-4885-912F-DF60DDF1543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7" name="Google Shape;17;p16">
            <a:extLst xmlns:a="http://schemas.openxmlformats.org/drawingml/2006/main">
              <a:ext uri="{FF2B5EF4-FFF2-40B4-BE49-F238E27FC236}">
                <a16:creationId xmlns:a16="http://schemas.microsoft.com/office/drawing/2014/main" id="{908AECEF-FE1B-4943-87ED-612E5DAD8D0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18" name="Google Shape;18;p16">
            <a:extLst xmlns:a="http://schemas.openxmlformats.org/drawingml/2006/main">
              <a:ext uri="{FF2B5EF4-FFF2-40B4-BE49-F238E27FC236}">
                <a16:creationId xmlns:a16="http://schemas.microsoft.com/office/drawing/2014/main" id="{02961DEF-5280-4C85-96BE-DC525096371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9" name="Google Shape;19;p16">
            <a:extLst xmlns:a="http://schemas.openxmlformats.org/drawingml/2006/main">
              <a:ext uri="{FF2B5EF4-FFF2-40B4-BE49-F238E27FC236}">
                <a16:creationId xmlns:a16="http://schemas.microsoft.com/office/drawing/2014/main" id="{91B0A344-5CB3-4B7D-A7EA-41631B39C1B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0" name="Google Shape;20;p16">
            <a:extLst xmlns:a="http://schemas.openxmlformats.org/drawingml/2006/main">
              <a:ext uri="{FF2B5EF4-FFF2-40B4-BE49-F238E27FC236}">
                <a16:creationId xmlns:a16="http://schemas.microsoft.com/office/drawing/2014/main" id="{CAB31029-C865-4CDF-B103-29BBF671022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Title and Content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Google Shape;22;p18">
            <a:extLst xmlns:a="http://schemas.openxmlformats.org/drawingml/2006/main">
              <a:ext uri="{FF2B5EF4-FFF2-40B4-BE49-F238E27FC236}">
                <a16:creationId xmlns:a16="http://schemas.microsoft.com/office/drawing/2014/main" id="{0F98C857-777D-464C-8DB6-72B3F720F6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3" name="Google Shape;23;p18">
            <a:extLst xmlns:a="http://schemas.openxmlformats.org/drawingml/2006/main">
              <a:ext uri="{FF2B5EF4-FFF2-40B4-BE49-F238E27FC236}">
                <a16:creationId xmlns:a16="http://schemas.microsoft.com/office/drawing/2014/main" id="{0F13556F-7F25-41AB-87D6-57301C2BA5C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24" name="Google Shape;24;p18">
            <a:extLst xmlns:a="http://schemas.openxmlformats.org/drawingml/2006/main">
              <a:ext uri="{FF2B5EF4-FFF2-40B4-BE49-F238E27FC236}">
                <a16:creationId xmlns:a16="http://schemas.microsoft.com/office/drawing/2014/main" id="{F4ADC692-DEE5-4E3C-A7DA-0EC47720D51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5" name="Google Shape;25;p18">
            <a:extLst xmlns:a="http://schemas.openxmlformats.org/drawingml/2006/main">
              <a:ext uri="{FF2B5EF4-FFF2-40B4-BE49-F238E27FC236}">
                <a16:creationId xmlns:a16="http://schemas.microsoft.com/office/drawing/2014/main" id="{535F0C49-A18E-46EE-B513-8868076F25C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6" name="Google Shape;26;p18">
            <a:extLst xmlns:a="http://schemas.openxmlformats.org/drawingml/2006/main">
              <a:ext uri="{FF2B5EF4-FFF2-40B4-BE49-F238E27FC236}">
                <a16:creationId xmlns:a16="http://schemas.microsoft.com/office/drawing/2014/main" id="{4DEA4C86-879D-427F-BA97-6BC5CB89BFF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wo Content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Google Shape;28;p17">
            <a:extLst xmlns:a="http://schemas.openxmlformats.org/drawingml/2006/main">
              <a:ext uri="{FF2B5EF4-FFF2-40B4-BE49-F238E27FC236}">
                <a16:creationId xmlns:a16="http://schemas.microsoft.com/office/drawing/2014/main" id="{A20699F5-3CF5-48B4-9FAC-D4BAF8516B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9" name="Google Shape;29;p17">
            <a:extLst xmlns:a="http://schemas.openxmlformats.org/drawingml/2006/main">
              <a:ext uri="{FF2B5EF4-FFF2-40B4-BE49-F238E27FC236}">
                <a16:creationId xmlns:a16="http://schemas.microsoft.com/office/drawing/2014/main" id="{EB90BB8D-9EA3-40A1-B741-84F36A596F3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0" name="Google Shape;30;p17">
            <a:extLst xmlns:a="http://schemas.openxmlformats.org/drawingml/2006/main">
              <a:ext uri="{FF2B5EF4-FFF2-40B4-BE49-F238E27FC236}">
                <a16:creationId xmlns:a16="http://schemas.microsoft.com/office/drawing/2014/main" id="{08F95D01-13B7-4C16-A059-712E8C78A02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1" name="Google Shape;31;p17">
            <a:extLst xmlns:a="http://schemas.openxmlformats.org/drawingml/2006/main">
              <a:ext uri="{FF2B5EF4-FFF2-40B4-BE49-F238E27FC236}">
                <a16:creationId xmlns:a16="http://schemas.microsoft.com/office/drawing/2014/main" id="{1CE555A2-6DE1-42C6-94EA-400C93930FA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2" name="Google Shape;32;p17">
            <a:extLst xmlns:a="http://schemas.openxmlformats.org/drawingml/2006/main">
              <a:ext uri="{FF2B5EF4-FFF2-40B4-BE49-F238E27FC236}">
                <a16:creationId xmlns:a16="http://schemas.microsoft.com/office/drawing/2014/main" id="{F0696863-8B97-4715-A0B9-01F2E31F933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3" name="Google Shape;33;p17">
            <a:extLst xmlns:a="http://schemas.openxmlformats.org/drawingml/2006/main">
              <a:ext uri="{FF2B5EF4-FFF2-40B4-BE49-F238E27FC236}">
                <a16:creationId xmlns:a16="http://schemas.microsoft.com/office/drawing/2014/main" id="{99D88D88-0975-4042-97FA-A73CBE16C04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Google Shape;35;p19">
            <a:extLst xmlns:a="http://schemas.openxmlformats.org/drawingml/2006/main">
              <a:ext uri="{FF2B5EF4-FFF2-40B4-BE49-F238E27FC236}">
                <a16:creationId xmlns:a16="http://schemas.microsoft.com/office/drawing/2014/main" id="{1154558F-923D-4FC4-9A42-38BF2835C9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6" name="Google Shape;36;p19">
            <a:extLst xmlns:a="http://schemas.openxmlformats.org/drawingml/2006/main">
              <a:ext uri="{FF2B5EF4-FFF2-40B4-BE49-F238E27FC236}">
                <a16:creationId xmlns:a16="http://schemas.microsoft.com/office/drawing/2014/main" id="{EE44199B-8892-4BE5-9DDA-FB2EF79EAE3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37" name="Google Shape;37;p19">
            <a:extLst xmlns:a="http://schemas.openxmlformats.org/drawingml/2006/main">
              <a:ext uri="{FF2B5EF4-FFF2-40B4-BE49-F238E27FC236}">
                <a16:creationId xmlns:a16="http://schemas.microsoft.com/office/drawing/2014/main" id="{01EC9A34-C50E-4531-BDAC-C77AB20F8E9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8" name="Google Shape;38;p19">
            <a:extLst xmlns:a="http://schemas.openxmlformats.org/drawingml/2006/main">
              <a:ext uri="{FF2B5EF4-FFF2-40B4-BE49-F238E27FC236}">
                <a16:creationId xmlns:a16="http://schemas.microsoft.com/office/drawing/2014/main" id="{2A2A1D54-47F7-4B54-B0E7-144EBA2AF95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9" name="Google Shape;39;p19">
            <a:extLst xmlns:a="http://schemas.openxmlformats.org/drawingml/2006/main">
              <a:ext uri="{FF2B5EF4-FFF2-40B4-BE49-F238E27FC236}">
                <a16:creationId xmlns:a16="http://schemas.microsoft.com/office/drawing/2014/main" id="{2AB7EE96-CD8F-4655-A6B6-113D3A813FF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Comparison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Google Shape;41;p20">
            <a:extLst xmlns:a="http://schemas.openxmlformats.org/drawingml/2006/main">
              <a:ext uri="{FF2B5EF4-FFF2-40B4-BE49-F238E27FC236}">
                <a16:creationId xmlns:a16="http://schemas.microsoft.com/office/drawing/2014/main" id="{6FD435B7-A72D-4F9C-9496-646057F52C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42" name="Google Shape;42;p20">
            <a:extLst xmlns:a="http://schemas.openxmlformats.org/drawingml/2006/main">
              <a:ext uri="{FF2B5EF4-FFF2-40B4-BE49-F238E27FC236}">
                <a16:creationId xmlns:a16="http://schemas.microsoft.com/office/drawing/2014/main" id="{54D89A68-0964-4AF7-A887-521C684296B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43" name="Google Shape;43;p20">
            <a:extLst xmlns:a="http://schemas.openxmlformats.org/drawingml/2006/main">
              <a:ext uri="{FF2B5EF4-FFF2-40B4-BE49-F238E27FC236}">
                <a16:creationId xmlns:a16="http://schemas.microsoft.com/office/drawing/2014/main" id="{274464DD-EC6C-47C0-96EE-31C8DF72E4B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505075"/>
            <a:ext cx="5157787" cy="3684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4" name="Google Shape;44;p20">
            <a:extLst xmlns:a="http://schemas.openxmlformats.org/drawingml/2006/main">
              <a:ext uri="{FF2B5EF4-FFF2-40B4-BE49-F238E27FC236}">
                <a16:creationId xmlns:a16="http://schemas.microsoft.com/office/drawing/2014/main" id="{8333B2F6-8ED6-42FE-AE90-1F85F178971F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45" name="Google Shape;45;p20">
            <a:extLst xmlns:a="http://schemas.openxmlformats.org/drawingml/2006/main">
              <a:ext uri="{FF2B5EF4-FFF2-40B4-BE49-F238E27FC236}">
                <a16:creationId xmlns:a16="http://schemas.microsoft.com/office/drawing/2014/main" id="{B9A21998-7ECA-45E1-91C4-292F6643BC8D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6172200" y="2505075"/>
            <a:ext cx="5183188" cy="3684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6" name="Google Shape;46;p20">
            <a:extLst xmlns:a="http://schemas.openxmlformats.org/drawingml/2006/main">
              <a:ext uri="{FF2B5EF4-FFF2-40B4-BE49-F238E27FC236}">
                <a16:creationId xmlns:a16="http://schemas.microsoft.com/office/drawing/2014/main" id="{89326388-0BE6-4DAC-9746-6741A3B21B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47" name="Google Shape;47;p20">
            <a:extLst xmlns:a="http://schemas.openxmlformats.org/drawingml/2006/main">
              <a:ext uri="{FF2B5EF4-FFF2-40B4-BE49-F238E27FC236}">
                <a16:creationId xmlns:a16="http://schemas.microsoft.com/office/drawing/2014/main" id="{CB173B51-D678-439F-B649-44D6B0797F7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48" name="Google Shape;48;p20">
            <a:extLst xmlns:a="http://schemas.openxmlformats.org/drawingml/2006/main">
              <a:ext uri="{FF2B5EF4-FFF2-40B4-BE49-F238E27FC236}">
                <a16:creationId xmlns:a16="http://schemas.microsoft.com/office/drawing/2014/main" id="{C2940DB2-3554-4F50-B988-221685D7FE4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Google Shape;50;p21">
            <a:extLst xmlns:a="http://schemas.openxmlformats.org/drawingml/2006/main">
              <a:ext uri="{FF2B5EF4-FFF2-40B4-BE49-F238E27FC236}">
                <a16:creationId xmlns:a16="http://schemas.microsoft.com/office/drawing/2014/main" id="{766CF91E-38F6-4066-9639-795271C4C4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1" name="Google Shape;51;p21">
            <a:extLst xmlns:a="http://schemas.openxmlformats.org/drawingml/2006/main">
              <a:ext uri="{FF2B5EF4-FFF2-40B4-BE49-F238E27FC236}">
                <a16:creationId xmlns:a16="http://schemas.microsoft.com/office/drawing/2014/main" id="{9C375D92-7CBE-48C8-812A-18F12B5D2F2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2" name="Google Shape;52;p21">
            <a:extLst xmlns:a="http://schemas.openxmlformats.org/drawingml/2006/main">
              <a:ext uri="{FF2B5EF4-FFF2-40B4-BE49-F238E27FC236}">
                <a16:creationId xmlns:a16="http://schemas.microsoft.com/office/drawing/2014/main" id="{E85CD9F6-9838-4E6C-BFB8-22990CF3DB8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3" name="Google Shape;53;p21">
            <a:extLst xmlns:a="http://schemas.openxmlformats.org/drawingml/2006/main">
              <a:ext uri="{FF2B5EF4-FFF2-40B4-BE49-F238E27FC236}">
                <a16:creationId xmlns:a16="http://schemas.microsoft.com/office/drawing/2014/main" id="{0E6FCC86-0879-4DC6-8D8A-44EB4CBBBD1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Google Shape;55;p22">
            <a:extLst xmlns:a="http://schemas.openxmlformats.org/drawingml/2006/main">
              <a:ext uri="{FF2B5EF4-FFF2-40B4-BE49-F238E27FC236}">
                <a16:creationId xmlns:a16="http://schemas.microsoft.com/office/drawing/2014/main" id="{7D89DE0F-83E6-4ECB-80BB-917ACEA0699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6" name="Google Shape;56;p22">
            <a:extLst xmlns:a="http://schemas.openxmlformats.org/drawingml/2006/main">
              <a:ext uri="{FF2B5EF4-FFF2-40B4-BE49-F238E27FC236}">
                <a16:creationId xmlns:a16="http://schemas.microsoft.com/office/drawing/2014/main" id="{B8ED95A3-7D3A-41D0-9770-C6F320E73A8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7" name="Google Shape;57;p22">
            <a:extLst xmlns:a="http://schemas.openxmlformats.org/drawingml/2006/main">
              <a:ext uri="{FF2B5EF4-FFF2-40B4-BE49-F238E27FC236}">
                <a16:creationId xmlns:a16="http://schemas.microsoft.com/office/drawing/2014/main" id="{7D644D3C-D331-44CB-94F0-16C360CD470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Content with Caption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Google Shape;59;p23">
            <a:extLst xmlns:a="http://schemas.openxmlformats.org/drawingml/2006/main">
              <a:ext uri="{FF2B5EF4-FFF2-40B4-BE49-F238E27FC236}">
                <a16:creationId xmlns:a16="http://schemas.microsoft.com/office/drawing/2014/main" id="{3B00ED4B-12AD-4474-B13C-0BB4AFE578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0" name="Google Shape;60;p23">
            <a:extLst xmlns:a="http://schemas.openxmlformats.org/drawingml/2006/main">
              <a:ext uri="{FF2B5EF4-FFF2-40B4-BE49-F238E27FC236}">
                <a16:creationId xmlns:a16="http://schemas.microsoft.com/office/drawing/2014/main" id="{368A456C-1CA1-445B-BB72-FBB8769C9E5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83188" y="987425"/>
            <a:ext cx="6172200" cy="487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 xmlns:a="http://schemas.openxmlformats.org/drawingml/2006/main"/>
        </p:txBody>
      </p:sp>
      <p:sp>
        <p:nvSpPr>
          <p:cNvPr id="61" name="Google Shape;61;p23">
            <a:extLst xmlns:a="http://schemas.openxmlformats.org/drawingml/2006/main">
              <a:ext uri="{FF2B5EF4-FFF2-40B4-BE49-F238E27FC236}">
                <a16:creationId xmlns:a16="http://schemas.microsoft.com/office/drawing/2014/main" id="{034B6254-57CE-4711-922B-BE55964DE11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62" name="Google Shape;62;p23">
            <a:extLst xmlns:a="http://schemas.openxmlformats.org/drawingml/2006/main">
              <a:ext uri="{FF2B5EF4-FFF2-40B4-BE49-F238E27FC236}">
                <a16:creationId xmlns:a16="http://schemas.microsoft.com/office/drawing/2014/main" id="{08F37FDD-1C4B-45E5-9C10-8316C3DB9E6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3" name="Google Shape;63;p23">
            <a:extLst xmlns:a="http://schemas.openxmlformats.org/drawingml/2006/main">
              <a:ext uri="{FF2B5EF4-FFF2-40B4-BE49-F238E27FC236}">
                <a16:creationId xmlns:a16="http://schemas.microsoft.com/office/drawing/2014/main" id="{6CE3D70C-542B-41C7-8A56-0BA6BFABF9C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4" name="Google Shape;64;p23">
            <a:extLst xmlns:a="http://schemas.openxmlformats.org/drawingml/2006/main">
              <a:ext uri="{FF2B5EF4-FFF2-40B4-BE49-F238E27FC236}">
                <a16:creationId xmlns:a16="http://schemas.microsoft.com/office/drawing/2014/main" id="{39EFB366-3134-4602-841C-44B5265748D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Picture with Caption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Google Shape;66;p24">
            <a:extLst xmlns:a="http://schemas.openxmlformats.org/drawingml/2006/main">
              <a:ext uri="{FF2B5EF4-FFF2-40B4-BE49-F238E27FC236}">
                <a16:creationId xmlns:a16="http://schemas.microsoft.com/office/drawing/2014/main" id="{0F9DEA9B-7784-47AA-9B3C-BFE2AE4A7A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7" name="Google Shape;67;p24">
            <a:extLst xmlns:a="http://schemas.openxmlformats.org/drawingml/2006/main">
              <a:ext uri="{FF2B5EF4-FFF2-40B4-BE49-F238E27FC236}">
                <a16:creationId xmlns:a16="http://schemas.microsoft.com/office/drawing/2014/main" id="{F366D5D4-4341-40D2-AD91-186BDFB4E81E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5183188" y="987425"/>
            <a:ext cx="6172200" cy="487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8" name="Google Shape;68;p24">
            <a:extLst xmlns:a="http://schemas.openxmlformats.org/drawingml/2006/main">
              <a:ext uri="{FF2B5EF4-FFF2-40B4-BE49-F238E27FC236}">
                <a16:creationId xmlns:a16="http://schemas.microsoft.com/office/drawing/2014/main" id="{4FD0EF83-2CCD-4C0F-AB02-EE0B017F4F0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2057400"/>
            <a:ext cx="3932237" cy="3811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69" name="Google Shape;69;p24">
            <a:extLst xmlns:a="http://schemas.openxmlformats.org/drawingml/2006/main">
              <a:ext uri="{FF2B5EF4-FFF2-40B4-BE49-F238E27FC236}">
                <a16:creationId xmlns:a16="http://schemas.microsoft.com/office/drawing/2014/main" id="{FB131C3F-2624-4673-883A-5E1BDC5F399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0" name="Google Shape;70;p24">
            <a:extLst xmlns:a="http://schemas.openxmlformats.org/drawingml/2006/main">
              <a:ext uri="{FF2B5EF4-FFF2-40B4-BE49-F238E27FC236}">
                <a16:creationId xmlns:a16="http://schemas.microsoft.com/office/drawing/2014/main" id="{0E581AA4-225C-463B-8779-779FAAC173B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1" name="Google Shape;71;p24">
            <a:extLst xmlns:a="http://schemas.openxmlformats.org/drawingml/2006/main">
              <a:ext uri="{FF2B5EF4-FFF2-40B4-BE49-F238E27FC236}">
                <a16:creationId xmlns:a16="http://schemas.microsoft.com/office/drawing/2014/main" id="{CCFA506C-6CDA-4EF9-89A5-A10C8877BD9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Title and Vertical Text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Google Shape;73;p25">
            <a:extLst xmlns:a="http://schemas.openxmlformats.org/drawingml/2006/main">
              <a:ext uri="{FF2B5EF4-FFF2-40B4-BE49-F238E27FC236}">
                <a16:creationId xmlns:a16="http://schemas.microsoft.com/office/drawing/2014/main" id="{D8B73E0C-099F-4331-AA39-084366B407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4" name="Google Shape;74;p25">
            <a:extLst xmlns:a="http://schemas.openxmlformats.org/drawingml/2006/main">
              <a:ext uri="{FF2B5EF4-FFF2-40B4-BE49-F238E27FC236}">
                <a16:creationId xmlns:a16="http://schemas.microsoft.com/office/drawing/2014/main" id="{1917753A-03BF-47AF-A9E6-41A9D231433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3920331" y="-1256506"/>
            <a:ext cx="4351338" cy="1051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5" name="Google Shape;75;p25">
            <a:extLst xmlns:a="http://schemas.openxmlformats.org/drawingml/2006/main">
              <a:ext uri="{FF2B5EF4-FFF2-40B4-BE49-F238E27FC236}">
                <a16:creationId xmlns:a16="http://schemas.microsoft.com/office/drawing/2014/main" id="{7D5CBF71-F3DE-4CAA-AF30-E60273E8E07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6" name="Google Shape;76;p25">
            <a:extLst xmlns:a="http://schemas.openxmlformats.org/drawingml/2006/main">
              <a:ext uri="{FF2B5EF4-FFF2-40B4-BE49-F238E27FC236}">
                <a16:creationId xmlns:a16="http://schemas.microsoft.com/office/drawing/2014/main" id="{DEBE140E-5A40-43F7-9D2E-B6AAC19BEF5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7" name="Google Shape;77;p25">
            <a:extLst xmlns:a="http://schemas.openxmlformats.org/drawingml/2006/main">
              <a:ext uri="{FF2B5EF4-FFF2-40B4-BE49-F238E27FC236}">
                <a16:creationId xmlns:a16="http://schemas.microsoft.com/office/drawing/2014/main" id="{CD76295E-5E91-4ACA-9714-6EBA867F6B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Vertical Title and Text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9" name="Google Shape;79;p26">
            <a:extLst xmlns:a="http://schemas.openxmlformats.org/drawingml/2006/main">
              <a:ext uri="{FF2B5EF4-FFF2-40B4-BE49-F238E27FC236}">
                <a16:creationId xmlns:a16="http://schemas.microsoft.com/office/drawing/2014/main" id="{8DA111E4-3B83-490B-8B65-160804A17C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7133431" y="1956594"/>
            <a:ext cx="5811838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80" name="Google Shape;80;p26">
            <a:extLst xmlns:a="http://schemas.openxmlformats.org/drawingml/2006/main">
              <a:ext uri="{FF2B5EF4-FFF2-40B4-BE49-F238E27FC236}">
                <a16:creationId xmlns:a16="http://schemas.microsoft.com/office/drawing/2014/main" id="{3569504B-D024-47FB-A1DF-19D1A9438EB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799431" y="-596106"/>
            <a:ext cx="5811838" cy="773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81" name="Google Shape;81;p26">
            <a:extLst xmlns:a="http://schemas.openxmlformats.org/drawingml/2006/main">
              <a:ext uri="{FF2B5EF4-FFF2-40B4-BE49-F238E27FC236}">
                <a16:creationId xmlns:a16="http://schemas.microsoft.com/office/drawing/2014/main" id="{68C64B0F-4F8D-4E31-91C9-0B7350125C7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82" name="Google Shape;82;p26">
            <a:extLst xmlns:a="http://schemas.openxmlformats.org/drawingml/2006/main">
              <a:ext uri="{FF2B5EF4-FFF2-40B4-BE49-F238E27FC236}">
                <a16:creationId xmlns:a16="http://schemas.microsoft.com/office/drawing/2014/main" id="{6ECD2719-52F1-4BB3-B270-179775913C8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83" name="Google Shape;83;p26">
            <a:extLst xmlns:a="http://schemas.openxmlformats.org/drawingml/2006/main">
              <a:ext uri="{FF2B5EF4-FFF2-40B4-BE49-F238E27FC236}">
                <a16:creationId xmlns:a16="http://schemas.microsoft.com/office/drawing/2014/main" id="{9AF0BD7B-AA41-429A-992F-28E58017CB7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9" name="Google Shape;89;h1534bace3aea51c3_4_144">
            <a:extLst xmlns:a="http://schemas.openxmlformats.org/drawingml/2006/main">
              <a:ext uri="{FF2B5EF4-FFF2-40B4-BE49-F238E27FC236}">
                <a16:creationId xmlns:a16="http://schemas.microsoft.com/office/drawing/2014/main" id="{661A0D89-9909-4147-ACC7-6E9521489845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415611" y="992767"/>
            <a:ext cx="11360700" cy="2736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121900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 xmlns:a="http://schemas.openxmlformats.org/drawingml/2006/main"/>
        </p:txBody>
      </p:sp>
      <p:sp>
        <p:nvSpPr>
          <p:cNvPr id="90" name="Google Shape;90;h1534bace3aea51c3_4_144">
            <a:extLst xmlns:a="http://schemas.openxmlformats.org/drawingml/2006/main">
              <a:ext uri="{FF2B5EF4-FFF2-40B4-BE49-F238E27FC236}">
                <a16:creationId xmlns:a16="http://schemas.microsoft.com/office/drawing/2014/main" id="{9D0028F9-B25C-40A1-84EB-D6C1A0836BD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15600" y="3778833"/>
            <a:ext cx="11360700" cy="1056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121900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 xmlns:a="http://schemas.openxmlformats.org/drawingml/2006/main"/>
        </p:txBody>
      </p:sp>
      <p:sp>
        <p:nvSpPr>
          <p:cNvPr id="91" name="Google Shape;91;h1534bace3aea51c3_4_144">
            <a:extLst xmlns:a="http://schemas.openxmlformats.org/drawingml/2006/main">
              <a:ext uri="{FF2B5EF4-FFF2-40B4-BE49-F238E27FC236}">
                <a16:creationId xmlns:a16="http://schemas.microsoft.com/office/drawing/2014/main" id="{C2B0848F-6B26-471D-B1CB-27AB33EA546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6610" y="6217622"/>
            <a:ext cx="731700" cy="52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121900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3" name="Google Shape;93;h1534bace3aea51c3_4_148">
            <a:extLst xmlns:a="http://schemas.openxmlformats.org/drawingml/2006/main">
              <a:ext uri="{FF2B5EF4-FFF2-40B4-BE49-F238E27FC236}">
                <a16:creationId xmlns:a16="http://schemas.microsoft.com/office/drawing/2014/main" id="{802D4179-DA21-4972-93C4-F18EDB87BD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15600" y="2867800"/>
            <a:ext cx="11360700" cy="112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12190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/>
        </p:txBody>
      </p:sp>
      <p:sp>
        <p:nvSpPr>
          <p:cNvPr id="94" name="Google Shape;94;h1534bace3aea51c3_4_148">
            <a:extLst xmlns:a="http://schemas.openxmlformats.org/drawingml/2006/main">
              <a:ext uri="{FF2B5EF4-FFF2-40B4-BE49-F238E27FC236}">
                <a16:creationId xmlns:a16="http://schemas.microsoft.com/office/drawing/2014/main" id="{9A19CAA8-0ECE-4655-BCFB-0DBA9350332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6610" y="6217622"/>
            <a:ext cx="731700" cy="52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121900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4.xml><?xml version="1.0" encoding="utf-8"?>
<p:sldLayout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6" name="Google Shape;96;h1534bace3aea51c3_4_151">
            <a:extLst xmlns:a="http://schemas.openxmlformats.org/drawingml/2006/main">
              <a:ext uri="{FF2B5EF4-FFF2-40B4-BE49-F238E27FC236}">
                <a16:creationId xmlns:a16="http://schemas.microsoft.com/office/drawing/2014/main" id="{130BE12D-4DAF-455A-BF9F-2124AD6074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15600" y="593367"/>
            <a:ext cx="11360700" cy="76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121900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 xmlns:a="http://schemas.openxmlformats.org/drawingml/2006/main"/>
        </p:txBody>
      </p:sp>
      <p:sp>
        <p:nvSpPr>
          <p:cNvPr id="97" name="Google Shape;97;h1534bace3aea51c3_4_151">
            <a:extLst xmlns:a="http://schemas.openxmlformats.org/drawingml/2006/main">
              <a:ext uri="{FF2B5EF4-FFF2-40B4-BE49-F238E27FC236}">
                <a16:creationId xmlns:a16="http://schemas.microsoft.com/office/drawing/2014/main" id="{CA789FE3-71C9-450F-AB7D-0A8B5DE69BA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15600" y="1536633"/>
            <a:ext cx="11360700" cy="455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121900" anchor="t">
            <a:normAutofit/>
          </a:bodyPr>
          <a:lstStyle xmlns:a="http://schemas.openxmlformats.org/drawingml/2006/main">
            <a:lvl1pPr marL="45720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98" name="Google Shape;98;h1534bace3aea51c3_4_151">
            <a:extLst xmlns:a="http://schemas.openxmlformats.org/drawingml/2006/main">
              <a:ext uri="{FF2B5EF4-FFF2-40B4-BE49-F238E27FC236}">
                <a16:creationId xmlns:a16="http://schemas.microsoft.com/office/drawing/2014/main" id="{718CAD77-B428-45B0-BC0D-CD8449E5161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6610" y="6217622"/>
            <a:ext cx="731700" cy="52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121900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5.xml><?xml version="1.0" encoding="utf-8"?>
<p:sldLayout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" name="Google Shape;100;h1534bace3aea51c3_4_155">
            <a:extLst xmlns:a="http://schemas.openxmlformats.org/drawingml/2006/main">
              <a:ext uri="{FF2B5EF4-FFF2-40B4-BE49-F238E27FC236}">
                <a16:creationId xmlns:a16="http://schemas.microsoft.com/office/drawing/2014/main" id="{8BF02438-AE4D-40FA-9C3F-338E783472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15600" y="593367"/>
            <a:ext cx="11360700" cy="76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121900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 xmlns:a="http://schemas.openxmlformats.org/drawingml/2006/main"/>
        </p:txBody>
      </p:sp>
      <p:sp>
        <p:nvSpPr>
          <p:cNvPr id="101" name="Google Shape;101;h1534bace3aea51c3_4_155">
            <a:extLst xmlns:a="http://schemas.openxmlformats.org/drawingml/2006/main">
              <a:ext uri="{FF2B5EF4-FFF2-40B4-BE49-F238E27FC236}">
                <a16:creationId xmlns:a16="http://schemas.microsoft.com/office/drawing/2014/main" id="{FF940844-71A0-4401-A205-FA31668DC99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15600" y="1536633"/>
            <a:ext cx="5333100" cy="455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121900" anchor="t">
            <a:normAutofit/>
          </a:bodyPr>
          <a:lstStyle xmlns:a="http://schemas.openxmlformats.org/drawingml/2006/main">
            <a:lvl1pPr marL="45720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 xmlns:a="http://schemas.openxmlformats.org/drawingml/2006/main"/>
        </p:txBody>
      </p:sp>
      <p:sp>
        <p:nvSpPr>
          <p:cNvPr id="102" name="Google Shape;102;h1534bace3aea51c3_4_155">
            <a:extLst xmlns:a="http://schemas.openxmlformats.org/drawingml/2006/main">
              <a:ext uri="{FF2B5EF4-FFF2-40B4-BE49-F238E27FC236}">
                <a16:creationId xmlns:a16="http://schemas.microsoft.com/office/drawing/2014/main" id="{35308D9C-54E0-4E3C-8791-83F63E0C5E5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43200" y="1536633"/>
            <a:ext cx="5333100" cy="455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121900" anchor="t">
            <a:normAutofit/>
          </a:bodyPr>
          <a:lstStyle xmlns:a="http://schemas.openxmlformats.org/drawingml/2006/main">
            <a:lvl1pPr marL="45720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 xmlns:a="http://schemas.openxmlformats.org/drawingml/2006/main"/>
        </p:txBody>
      </p:sp>
      <p:sp>
        <p:nvSpPr>
          <p:cNvPr id="103" name="Google Shape;103;h1534bace3aea51c3_4_155">
            <a:extLst xmlns:a="http://schemas.openxmlformats.org/drawingml/2006/main">
              <a:ext uri="{FF2B5EF4-FFF2-40B4-BE49-F238E27FC236}">
                <a16:creationId xmlns:a16="http://schemas.microsoft.com/office/drawing/2014/main" id="{9DA58322-3C06-4937-954C-2E7433CB62C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6610" y="6217622"/>
            <a:ext cx="731700" cy="52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121900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6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5" name="Google Shape;105;h1534bace3aea51c3_4_160">
            <a:extLst xmlns:a="http://schemas.openxmlformats.org/drawingml/2006/main">
              <a:ext uri="{FF2B5EF4-FFF2-40B4-BE49-F238E27FC236}">
                <a16:creationId xmlns:a16="http://schemas.microsoft.com/office/drawing/2014/main" id="{A1B1BDC6-C683-4A1E-AABC-6923FE4B93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15600" y="593367"/>
            <a:ext cx="11360700" cy="76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121900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 xmlns:a="http://schemas.openxmlformats.org/drawingml/2006/main"/>
        </p:txBody>
      </p:sp>
      <p:sp>
        <p:nvSpPr>
          <p:cNvPr id="106" name="Google Shape;106;h1534bace3aea51c3_4_160">
            <a:extLst xmlns:a="http://schemas.openxmlformats.org/drawingml/2006/main">
              <a:ext uri="{FF2B5EF4-FFF2-40B4-BE49-F238E27FC236}">
                <a16:creationId xmlns:a16="http://schemas.microsoft.com/office/drawing/2014/main" id="{A5D21DAE-5760-44EE-8CBC-F7334BAE323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6610" y="6217622"/>
            <a:ext cx="731700" cy="52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121900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7.xml><?xml version="1.0" encoding="utf-8"?>
<p:sldLayout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8" name="Google Shape;108;h1534bace3aea51c3_4_163">
            <a:extLst xmlns:a="http://schemas.openxmlformats.org/drawingml/2006/main">
              <a:ext uri="{FF2B5EF4-FFF2-40B4-BE49-F238E27FC236}">
                <a16:creationId xmlns:a16="http://schemas.microsoft.com/office/drawing/2014/main" id="{0EEF5973-6BF4-4B9D-886A-7430D2743C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15600" y="740800"/>
            <a:ext cx="3744000" cy="100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121900" anchor="b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 xmlns:a="http://schemas.openxmlformats.org/drawingml/2006/main"/>
        </p:txBody>
      </p:sp>
      <p:sp>
        <p:nvSpPr>
          <p:cNvPr id="109" name="Google Shape;109;h1534bace3aea51c3_4_163">
            <a:extLst xmlns:a="http://schemas.openxmlformats.org/drawingml/2006/main">
              <a:ext uri="{FF2B5EF4-FFF2-40B4-BE49-F238E27FC236}">
                <a16:creationId xmlns:a16="http://schemas.microsoft.com/office/drawing/2014/main" id="{C44BEA1F-B23E-4CAE-92CC-51AEFEC7AF9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15600" y="1852800"/>
            <a:ext cx="3744000" cy="4239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121900" anchor="t">
            <a:normAutofit/>
          </a:bodyPr>
          <a:lstStyle xmlns:a="http://schemas.openxmlformats.org/drawingml/2006/main">
            <a:lvl1pPr marL="45720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 xmlns:a="http://schemas.openxmlformats.org/drawingml/2006/main"/>
        </p:txBody>
      </p:sp>
      <p:sp>
        <p:nvSpPr>
          <p:cNvPr id="110" name="Google Shape;110;h1534bace3aea51c3_4_163">
            <a:extLst xmlns:a="http://schemas.openxmlformats.org/drawingml/2006/main">
              <a:ext uri="{FF2B5EF4-FFF2-40B4-BE49-F238E27FC236}">
                <a16:creationId xmlns:a16="http://schemas.microsoft.com/office/drawing/2014/main" id="{57C3ADCF-D5F6-464C-9EE1-0040820BF9D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6610" y="6217622"/>
            <a:ext cx="731700" cy="52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121900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8.xml><?xml version="1.0" encoding="utf-8"?>
<p:sldLayout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2" name="Google Shape;112;h1534bace3aea51c3_4_167">
            <a:extLst xmlns:a="http://schemas.openxmlformats.org/drawingml/2006/main">
              <a:ext uri="{FF2B5EF4-FFF2-40B4-BE49-F238E27FC236}">
                <a16:creationId xmlns:a16="http://schemas.microsoft.com/office/drawing/2014/main" id="{10BF7BF0-4161-4A20-8F7B-4D36C15247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53667" y="600200"/>
            <a:ext cx="8490300" cy="545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121900" anchor="ctr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 xmlns:a="http://schemas.openxmlformats.org/drawingml/2006/main"/>
        </p:txBody>
      </p:sp>
      <p:sp>
        <p:nvSpPr>
          <p:cNvPr id="113" name="Google Shape;113;h1534bace3aea51c3_4_167">
            <a:extLst xmlns:a="http://schemas.openxmlformats.org/drawingml/2006/main">
              <a:ext uri="{FF2B5EF4-FFF2-40B4-BE49-F238E27FC236}">
                <a16:creationId xmlns:a16="http://schemas.microsoft.com/office/drawing/2014/main" id="{7A7A4730-EAEA-484C-87E5-6D47F3A364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6610" y="6217622"/>
            <a:ext cx="731700" cy="52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121900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9.xml><?xml version="1.0" encoding="utf-8"?>
<p:sldLayout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5" name="Google Shape;115;h1534bace3aea51c3_4_170">
            <a:extLst xmlns:a="http://schemas.openxmlformats.org/drawingml/2006/main">
              <a:ext uri="{FF2B5EF4-FFF2-40B4-BE49-F238E27FC236}">
                <a16:creationId xmlns:a16="http://schemas.microsoft.com/office/drawing/2014/main" id="{C85B1BE6-02D2-4AAF-AF77-54A3A70DE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-167"/>
            <a:ext cx="609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h1534bace3aea51c3_4_170">
            <a:extLst xmlns:a="http://schemas.openxmlformats.org/drawingml/2006/main">
              <a:ext uri="{FF2B5EF4-FFF2-40B4-BE49-F238E27FC236}">
                <a16:creationId xmlns:a16="http://schemas.microsoft.com/office/drawing/2014/main" id="{ABF74807-977B-4781-B764-A2F312837D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4000" y="1644233"/>
            <a:ext cx="5393700" cy="197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121900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 xmlns:a="http://schemas.openxmlformats.org/drawingml/2006/main"/>
        </p:txBody>
      </p:sp>
      <p:sp>
        <p:nvSpPr>
          <p:cNvPr id="117" name="Google Shape;117;h1534bace3aea51c3_4_170">
            <a:extLst xmlns:a="http://schemas.openxmlformats.org/drawingml/2006/main">
              <a:ext uri="{FF2B5EF4-FFF2-40B4-BE49-F238E27FC236}">
                <a16:creationId xmlns:a16="http://schemas.microsoft.com/office/drawing/2014/main" id="{586E75DB-821A-4FB4-96C6-7978372E176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54000" y="3737433"/>
            <a:ext cx="5393700" cy="164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121900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 xmlns:a="http://schemas.openxmlformats.org/drawingml/2006/main"/>
        </p:txBody>
      </p:sp>
      <p:sp>
        <p:nvSpPr>
          <p:cNvPr id="118" name="Google Shape;118;h1534bace3aea51c3_4_170">
            <a:extLst xmlns:a="http://schemas.openxmlformats.org/drawingml/2006/main">
              <a:ext uri="{FF2B5EF4-FFF2-40B4-BE49-F238E27FC236}">
                <a16:creationId xmlns:a16="http://schemas.microsoft.com/office/drawing/2014/main" id="{B1A483CC-F699-43C4-B425-F7405212D63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586000" y="965433"/>
            <a:ext cx="5115900" cy="4926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121900" anchor="ctr">
            <a:normAutofit/>
          </a:bodyPr>
          <a:lstStyle xmlns:a="http://schemas.openxmlformats.org/drawingml/2006/main">
            <a:lvl1pPr marL="45720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19" name="Google Shape;119;h1534bace3aea51c3_4_170">
            <a:extLst xmlns:a="http://schemas.openxmlformats.org/drawingml/2006/main">
              <a:ext uri="{FF2B5EF4-FFF2-40B4-BE49-F238E27FC236}">
                <a16:creationId xmlns:a16="http://schemas.microsoft.com/office/drawing/2014/main" id="{722D044E-B0AE-452F-83EF-FC6E8F464B2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6610" y="6217622"/>
            <a:ext cx="731700" cy="52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121900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0.xml><?xml version="1.0" encoding="utf-8"?>
<p:sldLayout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1" name="Google Shape;121;h1534bace3aea51c3_4_176">
            <a:extLst xmlns:a="http://schemas.openxmlformats.org/drawingml/2006/main">
              <a:ext uri="{FF2B5EF4-FFF2-40B4-BE49-F238E27FC236}">
                <a16:creationId xmlns:a16="http://schemas.microsoft.com/office/drawing/2014/main" id="{370153D1-F2BB-404D-AF00-24D466CEF50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15600" y="5640767"/>
            <a:ext cx="7998300" cy="80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121900" anchor="ctr">
            <a:normAutofit/>
          </a:bodyPr>
          <a:lstStyle xmlns:a="http://schemas.openxmlformats.org/drawingml/2006/main">
            <a:lvl1pPr marL="4572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 xmlns:a="http://schemas.openxmlformats.org/drawingml/2006/main"/>
        </p:txBody>
      </p:sp>
      <p:sp>
        <p:nvSpPr>
          <p:cNvPr id="122" name="Google Shape;122;h1534bace3aea51c3_4_176">
            <a:extLst xmlns:a="http://schemas.openxmlformats.org/drawingml/2006/main">
              <a:ext uri="{FF2B5EF4-FFF2-40B4-BE49-F238E27FC236}">
                <a16:creationId xmlns:a16="http://schemas.microsoft.com/office/drawing/2014/main" id="{41DF9323-3AE6-4D6B-B4E2-67DC2523641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6610" y="6217622"/>
            <a:ext cx="731700" cy="52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121900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1.xml><?xml version="1.0" encoding="utf-8"?>
<p:sldLayout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4" name="Google Shape;124;h1534bace3aea51c3_4_179">
            <a:extLst xmlns:a="http://schemas.openxmlformats.org/drawingml/2006/main">
              <a:ext uri="{FF2B5EF4-FFF2-40B4-BE49-F238E27FC236}">
                <a16:creationId xmlns:a16="http://schemas.microsoft.com/office/drawing/2014/main" id="{4E9543F6-3DCD-4F48-8D1A-F05C7B319700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15600" y="1474833"/>
            <a:ext cx="11360700" cy="2618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121900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125" name="Google Shape;125;h1534bace3aea51c3_4_179">
            <a:extLst xmlns:a="http://schemas.openxmlformats.org/drawingml/2006/main">
              <a:ext uri="{FF2B5EF4-FFF2-40B4-BE49-F238E27FC236}">
                <a16:creationId xmlns:a16="http://schemas.microsoft.com/office/drawing/2014/main" id="{D609BEA8-F25C-4D5C-A8F8-6A2264F29B3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15600" y="4202967"/>
            <a:ext cx="11360700" cy="173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121900" anchor="t">
            <a:normAutofit/>
          </a:bodyPr>
          <a:lstStyle xmlns:a="http://schemas.openxmlformats.org/drawingml/2006/main">
            <a:lvl1pPr marL="457200" indent="-3810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indent="-34925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indent="-34925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indent="-34925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indent="-34925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indent="-34925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indent="-34925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indent="-34925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indent="-34925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26" name="Google Shape;126;h1534bace3aea51c3_4_179">
            <a:extLst xmlns:a="http://schemas.openxmlformats.org/drawingml/2006/main">
              <a:ext uri="{FF2B5EF4-FFF2-40B4-BE49-F238E27FC236}">
                <a16:creationId xmlns:a16="http://schemas.microsoft.com/office/drawing/2014/main" id="{64859E09-E7BD-4DD8-9E49-9ACD83739C6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6610" y="6217622"/>
            <a:ext cx="731700" cy="52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121900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2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8" name="Google Shape;128;h1534bace3aea51c3_4_183">
            <a:extLst xmlns:a="http://schemas.openxmlformats.org/drawingml/2006/main">
              <a:ext uri="{FF2B5EF4-FFF2-40B4-BE49-F238E27FC236}">
                <a16:creationId xmlns:a16="http://schemas.microsoft.com/office/drawing/2014/main" id="{50072639-E2A7-4927-9930-EDF3079BE99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6610" y="6217622"/>
            <a:ext cx="731700" cy="52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121900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3.xml><?xml version="1.0" encoding="utf-8"?>
<p:sldLayout xmlns:p="http://schemas.openxmlformats.org/presentationml/2006/main" matchingName="Two Content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0" name="Google Shape;130;h1534bace3aea51c3_4_185">
            <a:extLst xmlns:a="http://schemas.openxmlformats.org/drawingml/2006/main">
              <a:ext uri="{FF2B5EF4-FFF2-40B4-BE49-F238E27FC236}">
                <a16:creationId xmlns:a16="http://schemas.microsoft.com/office/drawing/2014/main" id="{6E59EA77-2F3D-4346-BB2D-D777775260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 xmlns:a="http://schemas.openxmlformats.org/drawingml/2006/main"/>
        </p:txBody>
      </p:sp>
      <p:sp>
        <p:nvSpPr>
          <p:cNvPr id="131" name="Google Shape;131;h1534bace3aea51c3_4_185">
            <a:extLst xmlns:a="http://schemas.openxmlformats.org/drawingml/2006/main">
              <a:ext uri="{FF2B5EF4-FFF2-40B4-BE49-F238E27FC236}">
                <a16:creationId xmlns:a16="http://schemas.microsoft.com/office/drawing/2014/main" id="{54B30EBB-D735-4119-B5C9-E818B4B09E7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925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1pPr>
            <a:lvl2pPr marL="914400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2pPr>
            <a:lvl3pPr marL="1371600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marL="1828800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4pPr>
            <a:lvl5pPr marL="2286000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5pPr>
            <a:lvl6pPr marL="2743200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132" name="Google Shape;132;h1534bace3aea51c3_4_185">
            <a:extLst xmlns:a="http://schemas.openxmlformats.org/drawingml/2006/main">
              <a:ext uri="{FF2B5EF4-FFF2-40B4-BE49-F238E27FC236}">
                <a16:creationId xmlns:a16="http://schemas.microsoft.com/office/drawing/2014/main" id="{EA8FB13C-A432-46E4-8763-6D590511AAC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925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1pPr>
            <a:lvl2pPr marL="914400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2pPr>
            <a:lvl3pPr marL="1371600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marL="1828800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4pPr>
            <a:lvl5pPr marL="2286000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5pPr>
            <a:lvl6pPr marL="2743200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133" name="Google Shape;133;h1534bace3aea51c3_4_185">
            <a:extLst xmlns:a="http://schemas.openxmlformats.org/drawingml/2006/main">
              <a:ext uri="{FF2B5EF4-FFF2-40B4-BE49-F238E27FC236}">
                <a16:creationId xmlns:a16="http://schemas.microsoft.com/office/drawing/2014/main" id="{DA976E8F-4732-4272-9776-A1BB0AF2E21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 xmlns:a="http://schemas.openxmlformats.org/drawingml/2006/main"/>
        </p:txBody>
      </p:sp>
      <p:sp>
        <p:nvSpPr>
          <p:cNvPr id="134" name="Google Shape;134;h1534bace3aea51c3_4_185">
            <a:extLst xmlns:a="http://schemas.openxmlformats.org/drawingml/2006/main">
              <a:ext uri="{FF2B5EF4-FFF2-40B4-BE49-F238E27FC236}">
                <a16:creationId xmlns:a16="http://schemas.microsoft.com/office/drawing/2014/main" id="{C5D55A0C-5BCD-4F0B-BFA5-FA9CE6B4FDD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 xmlns:a="http://schemas.openxmlformats.org/drawingml/2006/main"/>
        </p:txBody>
      </p:sp>
      <p:sp>
        <p:nvSpPr>
          <p:cNvPr id="135" name="Google Shape;135;h1534bace3aea51c3_4_185">
            <a:extLst xmlns:a="http://schemas.openxmlformats.org/drawingml/2006/main">
              <a:ext uri="{FF2B5EF4-FFF2-40B4-BE49-F238E27FC236}">
                <a16:creationId xmlns:a16="http://schemas.microsoft.com/office/drawing/2014/main" id="{ABF92FCE-E75A-4746-B5F3-ABAD321A144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4.xml><?xml version="1.0" encoding="utf-8"?>
<p:sldLayout xmlns:p="http://schemas.openxmlformats.org/presentationml/2006/main" matchingName="Title and Content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7" name="Google Shape;137;h1534bace3aea51c3_4_192">
            <a:extLst xmlns:a="http://schemas.openxmlformats.org/drawingml/2006/main">
              <a:ext uri="{FF2B5EF4-FFF2-40B4-BE49-F238E27FC236}">
                <a16:creationId xmlns:a16="http://schemas.microsoft.com/office/drawing/2014/main" id="{38C4007D-7D7A-4767-BBFF-E4813F5EC3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 xmlns:a="http://schemas.openxmlformats.org/drawingml/2006/main"/>
        </p:txBody>
      </p:sp>
      <p:sp>
        <p:nvSpPr>
          <p:cNvPr id="138" name="Google Shape;138;h1534bace3aea51c3_4_192">
            <a:extLst xmlns:a="http://schemas.openxmlformats.org/drawingml/2006/main">
              <a:ext uri="{FF2B5EF4-FFF2-40B4-BE49-F238E27FC236}">
                <a16:creationId xmlns:a16="http://schemas.microsoft.com/office/drawing/2014/main" id="{37A33027-62E4-47F0-A97F-1DA5A8A2563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925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1pPr>
            <a:lvl2pPr marL="914400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2pPr>
            <a:lvl3pPr marL="1371600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marL="1828800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4pPr>
            <a:lvl5pPr marL="2286000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5pPr>
            <a:lvl6pPr marL="2743200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139" name="Google Shape;139;h1534bace3aea51c3_4_192">
            <a:extLst xmlns:a="http://schemas.openxmlformats.org/drawingml/2006/main">
              <a:ext uri="{FF2B5EF4-FFF2-40B4-BE49-F238E27FC236}">
                <a16:creationId xmlns:a16="http://schemas.microsoft.com/office/drawing/2014/main" id="{96A6C8D3-4804-4607-8AC7-347528FA2D8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 xmlns:a="http://schemas.openxmlformats.org/drawingml/2006/main"/>
        </p:txBody>
      </p:sp>
      <p:sp>
        <p:nvSpPr>
          <p:cNvPr id="140" name="Google Shape;140;h1534bace3aea51c3_4_192">
            <a:extLst xmlns:a="http://schemas.openxmlformats.org/drawingml/2006/main">
              <a:ext uri="{FF2B5EF4-FFF2-40B4-BE49-F238E27FC236}">
                <a16:creationId xmlns:a16="http://schemas.microsoft.com/office/drawing/2014/main" id="{702E3895-B2E3-403C-9027-CAB250C052C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 xmlns:a="http://schemas.openxmlformats.org/drawingml/2006/main"/>
        </p:txBody>
      </p:sp>
      <p:sp>
        <p:nvSpPr>
          <p:cNvPr id="141" name="Google Shape;141;h1534bace3aea51c3_4_192">
            <a:extLst xmlns:a="http://schemas.openxmlformats.org/drawingml/2006/main">
              <a:ext uri="{FF2B5EF4-FFF2-40B4-BE49-F238E27FC236}">
                <a16:creationId xmlns:a16="http://schemas.microsoft.com/office/drawing/2014/main" id="{7DF8506F-D5CD-4F74-970E-0E236026CC0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e273d2f1b974fc3" /><Relationship Type="http://schemas.openxmlformats.org/officeDocument/2006/relationships/slideLayout" Target="/ppt/slideLayouts/slideLayout1.xml" Id="R5c49a01fc9964b76" /><Relationship Type="http://schemas.openxmlformats.org/officeDocument/2006/relationships/slideLayout" Target="/ppt/slideLayouts/slideLayout2.xml" Id="R85b8c3cdd67043ee" /><Relationship Type="http://schemas.openxmlformats.org/officeDocument/2006/relationships/slideLayout" Target="/ppt/slideLayouts/slideLayout3.xml" Id="Ra939449593134593" /><Relationship Type="http://schemas.openxmlformats.org/officeDocument/2006/relationships/slideLayout" Target="/ppt/slideLayouts/slideLayout4.xml" Id="R4462cd7f05594627" /><Relationship Type="http://schemas.openxmlformats.org/officeDocument/2006/relationships/slideLayout" Target="/ppt/slideLayouts/slideLayout5.xml" Id="Re18e7e02649d4f39" /><Relationship Type="http://schemas.openxmlformats.org/officeDocument/2006/relationships/slideLayout" Target="/ppt/slideLayouts/slideLayout6.xml" Id="R299fa60757c141b6" /><Relationship Type="http://schemas.openxmlformats.org/officeDocument/2006/relationships/slideLayout" Target="/ppt/slideLayouts/slideLayout7.xml" Id="R40db518779dd419f" /><Relationship Type="http://schemas.openxmlformats.org/officeDocument/2006/relationships/slideLayout" Target="/ppt/slideLayouts/slideLayout8.xml" Id="R89c3fd7ee7fb4d84" /><Relationship Type="http://schemas.openxmlformats.org/officeDocument/2006/relationships/slideLayout" Target="/ppt/slideLayouts/slideLayout9.xml" Id="Rc6d409494c00416c" /><Relationship Type="http://schemas.openxmlformats.org/officeDocument/2006/relationships/slideLayout" Target="/ppt/slideLayouts/slideLayout10.xml" Id="R83d794bcbd774304" /><Relationship Type="http://schemas.openxmlformats.org/officeDocument/2006/relationships/slideLayout" Target="/ppt/slideLayouts/slideLayout11.xml" Id="R68637c6f235f4fbd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28d385606925439d" /><Relationship Type="http://schemas.openxmlformats.org/officeDocument/2006/relationships/slideLayout" Target="/ppt/slideLayouts/slideLayout12.xml" Id="R2fed5f20fbd74361" /><Relationship Type="http://schemas.openxmlformats.org/officeDocument/2006/relationships/slideLayout" Target="/ppt/slideLayouts/slideLayout13.xml" Id="R5a568785ec5b4de4" /><Relationship Type="http://schemas.openxmlformats.org/officeDocument/2006/relationships/slideLayout" Target="/ppt/slideLayouts/slideLayout14.xml" Id="R04548756c6d548b5" /><Relationship Type="http://schemas.openxmlformats.org/officeDocument/2006/relationships/slideLayout" Target="/ppt/slideLayouts/slideLayout15.xml" Id="Ra7facc5e95bf4f7c" /><Relationship Type="http://schemas.openxmlformats.org/officeDocument/2006/relationships/slideLayout" Target="/ppt/slideLayouts/slideLayout16.xml" Id="R833db53da03b426f" /><Relationship Type="http://schemas.openxmlformats.org/officeDocument/2006/relationships/slideLayout" Target="/ppt/slideLayouts/slideLayout17.xml" Id="Rbb47a09aa5804e9c" /><Relationship Type="http://schemas.openxmlformats.org/officeDocument/2006/relationships/slideLayout" Target="/ppt/slideLayouts/slideLayout18.xml" Id="Rd4b4f738a5a84b2a" /><Relationship Type="http://schemas.openxmlformats.org/officeDocument/2006/relationships/slideLayout" Target="/ppt/slideLayouts/slideLayout19.xml" Id="Ra5dbec3c6ba3403a" /><Relationship Type="http://schemas.openxmlformats.org/officeDocument/2006/relationships/slideLayout" Target="/ppt/slideLayouts/slideLayout20.xml" Id="Rdfd7c662106c4246" /><Relationship Type="http://schemas.openxmlformats.org/officeDocument/2006/relationships/slideLayout" Target="/ppt/slideLayouts/slideLayout21.xml" Id="R77985d79e5954ff1" /><Relationship Type="http://schemas.openxmlformats.org/officeDocument/2006/relationships/slideLayout" Target="/ppt/slideLayouts/slideLayout22.xml" Id="R1aa40269dd70471f" /><Relationship Type="http://schemas.openxmlformats.org/officeDocument/2006/relationships/slideLayout" Target="/ppt/slideLayouts/slideLayout23.xml" Id="Rb76d9e1a7d9b44ed" /><Relationship Type="http://schemas.openxmlformats.org/officeDocument/2006/relationships/slideLayout" Target="/ppt/slideLayouts/slideLayout24.xml" Id="R9d9d8096ef8f477e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15">
            <a:extLst xmlns:a="http://schemas.openxmlformats.org/drawingml/2006/main">
              <a:ext uri="{FF2B5EF4-FFF2-40B4-BE49-F238E27FC236}">
                <a16:creationId xmlns:a16="http://schemas.microsoft.com/office/drawing/2014/main" id="{C18ED137-2FCD-43DE-96AD-35539A1FA8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1" name="Google Shape;11;p15">
            <a:extLst xmlns:a="http://schemas.openxmlformats.org/drawingml/2006/main">
              <a:ext uri="{FF2B5EF4-FFF2-40B4-BE49-F238E27FC236}">
                <a16:creationId xmlns:a16="http://schemas.microsoft.com/office/drawing/2014/main" id="{B69A5AA0-2B91-4327-B530-F8FE86E6753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marR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12" name="Google Shape;12;p15">
            <a:extLst xmlns:a="http://schemas.openxmlformats.org/drawingml/2006/main">
              <a:ext uri="{FF2B5EF4-FFF2-40B4-BE49-F238E27FC236}">
                <a16:creationId xmlns:a16="http://schemas.microsoft.com/office/drawing/2014/main" id="{43EF0AF5-67C4-4D27-9B40-D7074FD8446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13" name="Google Shape;13;p15">
            <a:extLst xmlns:a="http://schemas.openxmlformats.org/drawingml/2006/main">
              <a:ext uri="{FF2B5EF4-FFF2-40B4-BE49-F238E27FC236}">
                <a16:creationId xmlns:a16="http://schemas.microsoft.com/office/drawing/2014/main" id="{B458615C-365B-482D-A34D-BB5F8C4358E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14" name="Google Shape;14;p15">
            <a:extLst xmlns:a="http://schemas.openxmlformats.org/drawingml/2006/main">
              <a:ext uri="{FF2B5EF4-FFF2-40B4-BE49-F238E27FC236}">
                <a16:creationId xmlns:a16="http://schemas.microsoft.com/office/drawing/2014/main" id="{40C073DA-D6EA-429D-85C9-1BBEA0BFC7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c49a01fc9964b76"/>
    <p:sldLayoutId xmlns:r="http://schemas.openxmlformats.org/officeDocument/2006/relationships" id="2147483650" r:id="R85b8c3cdd67043ee"/>
    <p:sldLayoutId xmlns:r="http://schemas.openxmlformats.org/officeDocument/2006/relationships" id="2147483651" r:id="Ra939449593134593"/>
    <p:sldLayoutId xmlns:r="http://schemas.openxmlformats.org/officeDocument/2006/relationships" id="2147483652" r:id="R4462cd7f05594627"/>
    <p:sldLayoutId xmlns:r="http://schemas.openxmlformats.org/officeDocument/2006/relationships" id="2147483653" r:id="Re18e7e02649d4f39"/>
    <p:sldLayoutId xmlns:r="http://schemas.openxmlformats.org/officeDocument/2006/relationships" id="2147483654" r:id="R299fa60757c141b6"/>
    <p:sldLayoutId xmlns:r="http://schemas.openxmlformats.org/officeDocument/2006/relationships" id="2147483655" r:id="R40db518779dd419f"/>
    <p:sldLayoutId xmlns:r="http://schemas.openxmlformats.org/officeDocument/2006/relationships" id="2147483656" r:id="R89c3fd7ee7fb4d84"/>
    <p:sldLayoutId xmlns:r="http://schemas.openxmlformats.org/officeDocument/2006/relationships" id="2147483657" r:id="Rc6d409494c00416c"/>
    <p:sldLayoutId xmlns:r="http://schemas.openxmlformats.org/officeDocument/2006/relationships" id="2147483658" r:id="R83d794bcbd774304"/>
    <p:sldLayoutId xmlns:r="http://schemas.openxmlformats.org/officeDocument/2006/relationships" id="2147483659" r:id="R68637c6f235f4fbd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5" name="Google Shape;85;h1534bace3aea51c3_4_140">
            <a:extLst xmlns:a="http://schemas.openxmlformats.org/drawingml/2006/main">
              <a:ext uri="{FF2B5EF4-FFF2-40B4-BE49-F238E27FC236}">
                <a16:creationId xmlns:a16="http://schemas.microsoft.com/office/drawing/2014/main" id="{D2CE172F-4A2A-4AA5-B80F-A93E9724F4C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15600" y="593367"/>
            <a:ext cx="11360700" cy="76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86" name="Google Shape;86;h1534bace3aea51c3_4_140">
            <a:extLst xmlns:a="http://schemas.openxmlformats.org/drawingml/2006/main">
              <a:ext uri="{FF2B5EF4-FFF2-40B4-BE49-F238E27FC236}">
                <a16:creationId xmlns:a16="http://schemas.microsoft.com/office/drawing/2014/main" id="{A7E72143-5FC8-41E9-AC1A-6685EE31D50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15600" y="1536633"/>
            <a:ext cx="11360700" cy="455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t">
            <a:normAutofit/>
          </a:bodyPr>
          <a:lstStyle xmlns:a="http://schemas.openxmlformats.org/drawingml/2006/main">
            <a:lvl1pPr marL="457200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1pPr>
            <a:lvl2pPr marL="914400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2pPr>
            <a:lvl3pPr marL="1371600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3pPr>
            <a:lvl4pPr marL="1828800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4pPr>
            <a:lvl5pPr marL="2286000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5pPr>
            <a:lvl6pPr marL="2743200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6pPr>
            <a:lvl7pPr marL="3200400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7pPr>
            <a:lvl8pPr marL="3657600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8pPr>
            <a:lvl9pPr marL="4114800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87" name="Google Shape;87;h1534bace3aea51c3_4_140">
            <a:extLst xmlns:a="http://schemas.openxmlformats.org/drawingml/2006/main">
              <a:ext uri="{FF2B5EF4-FFF2-40B4-BE49-F238E27FC236}">
                <a16:creationId xmlns:a16="http://schemas.microsoft.com/office/drawing/2014/main" id="{3D81FE70-A987-4DD7-BBB9-A5EC5BD94EB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6610" y="6217622"/>
            <a:ext cx="731700" cy="524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rmAutofit/>
          </a:bodyPr>
          <a:lstStyle xmlns:a="http://schemas.openxmlformats.org/drawingml/2006/main">
            <a:lvl1pPr algn="r">
              <a:buNone/>
              <a:defRPr sz="1300">
                <a:solidFill>
                  <a:schemeClr val="dk2"/>
                </a:solidFill>
              </a:defRPr>
            </a:lvl1pPr>
            <a:lvl2pPr algn="r">
              <a:buNone/>
              <a:defRPr sz="1300">
                <a:solidFill>
                  <a:schemeClr val="dk2"/>
                </a:solidFill>
              </a:defRPr>
            </a:lvl2pPr>
            <a:lvl3pPr algn="r">
              <a:buNone/>
              <a:defRPr sz="1300">
                <a:solidFill>
                  <a:schemeClr val="dk2"/>
                </a:solidFill>
              </a:defRPr>
            </a:lvl3pPr>
            <a:lvl4pPr algn="r">
              <a:buNone/>
              <a:defRPr sz="1300">
                <a:solidFill>
                  <a:schemeClr val="dk2"/>
                </a:solidFill>
              </a:defRPr>
            </a:lvl4pPr>
            <a:lvl5pPr algn="r">
              <a:buNone/>
              <a:defRPr sz="1300">
                <a:solidFill>
                  <a:schemeClr val="dk2"/>
                </a:solidFill>
              </a:defRPr>
            </a:lvl5pPr>
            <a:lvl6pPr algn="r">
              <a:buNone/>
              <a:defRPr sz="1300">
                <a:solidFill>
                  <a:schemeClr val="dk2"/>
                </a:solidFill>
              </a:defRPr>
            </a:lvl6pPr>
            <a:lvl7pPr algn="r">
              <a:buNone/>
              <a:defRPr sz="1300">
                <a:solidFill>
                  <a:schemeClr val="dk2"/>
                </a:solidFill>
              </a:defRPr>
            </a:lvl7pPr>
            <a:lvl8pPr algn="r">
              <a:buNone/>
              <a:defRPr sz="1300">
                <a:solidFill>
                  <a:schemeClr val="dk2"/>
                </a:solidFill>
              </a:defRPr>
            </a:lvl8pPr>
            <a:lvl9pPr algn="r">
              <a:buNone/>
              <a:defRPr sz="1300">
                <a:solidFill>
                  <a:schemeClr val="dk2"/>
                </a:solidFill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2fed5f20fbd74361"/>
    <p:sldLayoutId xmlns:r="http://schemas.openxmlformats.org/officeDocument/2006/relationships" id="2147483662" r:id="R5a568785ec5b4de4"/>
    <p:sldLayoutId xmlns:r="http://schemas.openxmlformats.org/officeDocument/2006/relationships" id="2147483663" r:id="R04548756c6d548b5"/>
    <p:sldLayoutId xmlns:r="http://schemas.openxmlformats.org/officeDocument/2006/relationships" id="2147483664" r:id="Ra7facc5e95bf4f7c"/>
    <p:sldLayoutId xmlns:r="http://schemas.openxmlformats.org/officeDocument/2006/relationships" id="2147483665" r:id="R833db53da03b426f"/>
    <p:sldLayoutId xmlns:r="http://schemas.openxmlformats.org/officeDocument/2006/relationships" id="2147483666" r:id="Rbb47a09aa5804e9c"/>
    <p:sldLayoutId xmlns:r="http://schemas.openxmlformats.org/officeDocument/2006/relationships" id="2147483667" r:id="Rd4b4f738a5a84b2a"/>
    <p:sldLayoutId xmlns:r="http://schemas.openxmlformats.org/officeDocument/2006/relationships" id="2147483668" r:id="Ra5dbec3c6ba3403a"/>
    <p:sldLayoutId xmlns:r="http://schemas.openxmlformats.org/officeDocument/2006/relationships" id="2147483669" r:id="Rdfd7c662106c4246"/>
    <p:sldLayoutId xmlns:r="http://schemas.openxmlformats.org/officeDocument/2006/relationships" id="2147483670" r:id="R77985d79e5954ff1"/>
    <p:sldLayoutId xmlns:r="http://schemas.openxmlformats.org/officeDocument/2006/relationships" id="2147483671" r:id="R1aa40269dd70471f"/>
    <p:sldLayoutId xmlns:r="http://schemas.openxmlformats.org/officeDocument/2006/relationships" id="2147483672" r:id="Rb76d9e1a7d9b44ed"/>
    <p:sldLayoutId xmlns:r="http://schemas.openxmlformats.org/officeDocument/2006/relationships" id="2147483673" r:id="R9d9d8096ef8f477e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6c6381f3bdc461b" /><Relationship Type="http://schemas.openxmlformats.org/officeDocument/2006/relationships/notesSlide" Target="/ppt/notesSlides/notesSlide1.xml" Id="R71710a3d6b94459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1" name="Google Shape;211;h130dfbe24314794c_0_96">
            <a:extLst xmlns:a="http://schemas.openxmlformats.org/drawingml/2006/main">
              <a:ext uri="{FF2B5EF4-FFF2-40B4-BE49-F238E27FC236}">
                <a16:creationId xmlns:a16="http://schemas.microsoft.com/office/drawing/2014/main" id="{E387F590-5962-4364-B145-8032E83DB9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6225"/>
            <a:ext cx="10906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 fontScale="100000"/>
          </a:bodyPr>
          <a:lstStyle xmlns:a="http://schemas.openxmlformats.org/drawingml/2006/main">
            <a:defPPr>
              <a:defRPr sz="4200" b="1">
                <a:solidFill>
                  <a:srgbClr val="000000"/>
                </a:solidFill>
              </a:defRPr>
            </a:defPPr>
            <a:lvl1pPr>
              <a:defRPr sz="4200" b="1">
                <a:solidFill>
                  <a:srgbClr val="000000"/>
                </a:solidFill>
              </a:defRPr>
            </a:lvl1pPr>
            <a:lvl2pPr>
              <a:defRPr sz="4200" b="1">
                <a:solidFill>
                  <a:srgbClr val="000000"/>
                </a:solidFill>
              </a:defRPr>
            </a:lvl2pPr>
            <a:lvl3pPr>
              <a:defRPr sz="4200" b="1">
                <a:solidFill>
                  <a:srgbClr val="000000"/>
                </a:solidFill>
              </a:defRPr>
            </a:lvl3pPr>
            <a:lvl4pPr>
              <a:defRPr sz="4200" b="1">
                <a:solidFill>
                  <a:srgbClr val="000000"/>
                </a:solidFill>
              </a:defRPr>
            </a:lvl4pPr>
            <a:lvl5pPr>
              <a:defRPr sz="4200" b="1">
                <a:solidFill>
                  <a:srgbClr val="000000"/>
                </a:solidFill>
              </a:defRPr>
            </a:lvl5pPr>
            <a:lvl6pPr>
              <a:defRPr sz="4200" b="1">
                <a:solidFill>
                  <a:srgbClr val="000000"/>
                </a:solidFill>
              </a:defRPr>
            </a:lvl6pPr>
            <a:lvl7pPr>
              <a:defRPr sz="4200" b="1">
                <a:solidFill>
                  <a:srgbClr val="000000"/>
                </a:solidFill>
              </a:defRPr>
            </a:lvl7pPr>
            <a:lvl8pPr>
              <a:defRPr sz="4200" b="1">
                <a:solidFill>
                  <a:srgbClr val="000000"/>
                </a:solidFill>
              </a:defRPr>
            </a:lvl8pPr>
            <a:lvl9pPr>
              <a:defRPr sz="4200" b="1">
                <a:solidFill>
                  <a:srgbClr val="000000"/>
                </a:solidFill>
              </a:defRPr>
            </a:lvl9pPr>
          </a:lstStyle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Quattrocento Sans"/>
              <a:buNone/>
              <a:defRPr sz="4200" b="1">
                <a:solidFill>
                  <a:srgbClr val="000000"/>
                </a:solidFill>
              </a:defRPr>
            </a:pPr>
            <a:r>
              <a:rPr sz="4200" b="1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</a:rPr>
              <a:t>Machine Learning for Timing Attacks</a:t>
            </a:r>
            <a:endParaRPr/>
          </a:p>
        </p:txBody>
      </p:sp>
      <p:sp>
        <p:nvSpPr>
          <p:cNvPr id="213" name="Google Shape;213;h130dfbe24314794c_0_96">
            <a:extLst xmlns:a="http://schemas.openxmlformats.org/drawingml/2006/main">
              <a:ext uri="{FF2B5EF4-FFF2-40B4-BE49-F238E27FC236}">
                <a16:creationId xmlns:a16="http://schemas.microsoft.com/office/drawing/2014/main" id="{ABFD13E6-B0F7-4595-8854-1A8B9823D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5757225" y="416474"/>
            <a:ext cx="684300" cy="121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3B8C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sz="19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5" name="Google Shape;215;h130dfbe24314794c_0_96">
            <a:extLst xmlns:a="http://schemas.openxmlformats.org/drawingml/2006/main">
              <a:ext uri="{FF2B5EF4-FFF2-40B4-BE49-F238E27FC236}">
                <a16:creationId xmlns:a16="http://schemas.microsoft.com/office/drawing/2014/main" id="{E44BCC82-807C-4801-8030-08B7604B9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77518" y="5876773"/>
            <a:ext cx="717900" cy="154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sz="19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cxnSp>
        <p:nvCxnSpPr>
          <p:cNvPr id="216" name="Google Shape;216;h130dfbe24314794c_0_96">
            <a:extLst xmlns:a="http://schemas.openxmlformats.org/drawingml/2006/main">
              <a:ext uri="{FF2B5EF4-FFF2-40B4-BE49-F238E27FC236}">
                <a16:creationId xmlns:a16="http://schemas.microsoft.com/office/drawing/2014/main" id="{436793AD-3B41-4845-AD70-2346F9750F3D}"/>
              </a:ext>
            </a:extLst>
          </p:cNvPr>
          <p:cNvCxnSpPr/>
          <p:nvPr/>
        </p:nvCxnSpPr>
        <p:spPr>
          <a:xfrm xmlns:a="http://schemas.openxmlformats.org/drawingml/2006/main" rot="10800000" flipH="1" flipV="0">
            <a:off x="3596451" y="5941860"/>
            <a:ext cx="8606100" cy="78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chemeClr val="dk1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217" name="rust-heading">
            <a:extLst xmlns:a="http://schemas.openxmlformats.org/drawingml/2006/main">
              <a:ext uri="{FF2B5EF4-FFF2-40B4-BE49-F238E27FC236}">
                <a16:creationId xmlns:a16="http://schemas.microsoft.com/office/drawing/2014/main" id="{BA29478A-5D7A-4438-9B88-784BDAB63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57325"/>
            <a:ext cx="4905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00000"/>
                </a:solidFill>
              </a:defRPr>
            </a:defPPr>
            <a:lvl1pPr>
              <a:defRPr sz="2400" b="1">
                <a:solidFill>
                  <a:srgbClr val="000000"/>
                </a:solidFill>
              </a:defRPr>
            </a:lvl1pPr>
            <a:lvl2pPr>
              <a:defRPr sz="2400" b="1">
                <a:solidFill>
                  <a:srgbClr val="000000"/>
                </a:solidFill>
              </a:defRPr>
            </a:lvl2pPr>
            <a:lvl3pPr>
              <a:defRPr sz="2400" b="1">
                <a:solidFill>
                  <a:srgbClr val="000000"/>
                </a:solidFill>
              </a:defRPr>
            </a:lvl3pPr>
            <a:lvl4pPr>
              <a:defRPr sz="2400" b="1">
                <a:solidFill>
                  <a:srgbClr val="000000"/>
                </a:solidFill>
              </a:defRPr>
            </a:lvl4pPr>
            <a:lvl5pPr>
              <a:defRPr sz="2400" b="1">
                <a:solidFill>
                  <a:srgbClr val="000000"/>
                </a:solidFill>
              </a:defRPr>
            </a:lvl5pPr>
            <a:lvl6pPr>
              <a:defRPr sz="2400" b="1">
                <a:solidFill>
                  <a:srgbClr val="000000"/>
                </a:solidFill>
              </a:defRPr>
            </a:lvl6pPr>
            <a:lvl7pPr>
              <a:defRPr sz="2400" b="1">
                <a:solidFill>
                  <a:srgbClr val="000000"/>
                </a:solidFill>
              </a:defRPr>
            </a:lvl7pPr>
            <a:lvl8pPr>
              <a:defRPr sz="2400" b="1">
                <a:solidFill>
                  <a:srgbClr val="000000"/>
                </a:solidFill>
              </a:defRPr>
            </a:lvl8pPr>
            <a:lvl9pPr>
              <a:defRPr sz="2400" b="1">
                <a:solidFill>
                  <a:srgbClr val="000000"/>
                </a:solidFill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Team’s Rust approach</a:t>
            </a:r>
          </a:p>
        </p:txBody>
      </p:sp>
      <p:sp>
        <p:nvSpPr>
          <p:cNvPr id="218" name="rust-description">
            <a:extLst xmlns:a="http://schemas.openxmlformats.org/drawingml/2006/main">
              <a:ext uri="{FF2B5EF4-FFF2-40B4-BE49-F238E27FC236}">
                <a16:creationId xmlns:a16="http://schemas.microsoft.com/office/drawing/2014/main" id="{6D94BFBA-56A1-4235-B7D5-912FAE8F2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43100"/>
            <a:ext cx="49053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000000"/>
                </a:solidFill>
              </a:defRPr>
            </a:defPPr>
            <a:lvl1pPr>
              <a:defRPr sz="2100" b="0">
                <a:solidFill>
                  <a:srgbClr val="000000"/>
                </a:solidFill>
              </a:defRPr>
            </a:lvl1pPr>
            <a:lvl2pPr>
              <a:defRPr sz="2100" b="0">
                <a:solidFill>
                  <a:srgbClr val="000000"/>
                </a:solidFill>
              </a:defRPr>
            </a:lvl2pPr>
            <a:lvl3pPr>
              <a:defRPr sz="2100" b="0">
                <a:solidFill>
                  <a:srgbClr val="000000"/>
                </a:solidFill>
              </a:defRPr>
            </a:lvl3pPr>
            <a:lvl4pPr>
              <a:defRPr sz="2100" b="0">
                <a:solidFill>
                  <a:srgbClr val="000000"/>
                </a:solidFill>
              </a:defRPr>
            </a:lvl4pPr>
            <a:lvl5pPr>
              <a:defRPr sz="2100" b="0">
                <a:solidFill>
                  <a:srgbClr val="000000"/>
                </a:solidFill>
              </a:defRPr>
            </a:lvl5pPr>
            <a:lvl6pPr>
              <a:defRPr sz="2100" b="0">
                <a:solidFill>
                  <a:srgbClr val="000000"/>
                </a:solidFill>
              </a:defRPr>
            </a:lvl6pPr>
            <a:lvl7pPr>
              <a:defRPr sz="2100" b="0">
                <a:solidFill>
                  <a:srgbClr val="000000"/>
                </a:solidFill>
              </a:defRPr>
            </a:lvl7pPr>
            <a:lvl8pPr>
              <a:defRPr sz="2100" b="0">
                <a:solidFill>
                  <a:srgbClr val="000000"/>
                </a:solidFill>
              </a:defRPr>
            </a:lvl8pPr>
            <a:lvl9pPr>
              <a:defRPr sz="2100" b="0">
                <a:solidFill>
                  <a:srgbClr val="000000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000000"/>
                </a:solidFill>
              </a:defRPr>
            </a:pPr>
            <a:r>
              <a:rPr sz="2100" b="0">
                <a:solidFill>
                  <a:srgbClr val="000000"/>
                </a:solidFill>
              </a:rPr>
              <a:t>Times Rust requests through stdin</a:t>
            </a:r>
          </a:p>
          <a:p xmlns:a="http://schemas.openxmlformats.org/drawingml/2006/main">
            <a:pPr>
              <a:defRPr sz="2100" b="0">
                <a:solidFill>
                  <a:srgbClr val="000000"/>
                </a:solidFill>
              </a:defRPr>
            </a:pPr>
            <a:r>
              <a:rPr sz="2100" b="0">
                <a:solidFill>
                  <a:srgbClr val="000000"/>
                </a:solidFill>
              </a:rPr>
              <a:t>Amplified + natural timing experiments</a:t>
            </a:r>
          </a:p>
          <a:p xmlns:a="http://schemas.openxmlformats.org/drawingml/2006/main">
            <a:pPr>
              <a:defRPr sz="2100" b="0">
                <a:solidFill>
                  <a:srgbClr val="000000"/>
                </a:solidFill>
              </a:defRPr>
            </a:pPr>
            <a:r>
              <a:rPr sz="2100" b="0">
                <a:solidFill>
                  <a:srgbClr val="000000"/>
                </a:solidFill>
              </a:rPr>
              <a:t>Tests leakage and fixed-work defenses</a:t>
            </a:r>
          </a:p>
        </p:txBody>
      </p:sp>
      <p:sp>
        <p:nvSpPr>
          <p:cNvPr id="219" name="my-heading">
            <a:extLst xmlns:a="http://schemas.openxmlformats.org/drawingml/2006/main">
              <a:ext uri="{FF2B5EF4-FFF2-40B4-BE49-F238E27FC236}">
                <a16:creationId xmlns:a16="http://schemas.microsoft.com/office/drawing/2014/main" id="{1066ACD4-BC86-41C0-B8EE-77EBA4DE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457325"/>
            <a:ext cx="5095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00000"/>
                </a:solidFill>
              </a:defRPr>
            </a:defPPr>
            <a:lvl1pPr>
              <a:defRPr sz="2400" b="1">
                <a:solidFill>
                  <a:srgbClr val="000000"/>
                </a:solidFill>
              </a:defRPr>
            </a:lvl1pPr>
            <a:lvl2pPr>
              <a:defRPr sz="2400" b="1">
                <a:solidFill>
                  <a:srgbClr val="000000"/>
                </a:solidFill>
              </a:defRPr>
            </a:lvl2pPr>
            <a:lvl3pPr>
              <a:defRPr sz="2400" b="1">
                <a:solidFill>
                  <a:srgbClr val="000000"/>
                </a:solidFill>
              </a:defRPr>
            </a:lvl3pPr>
            <a:lvl4pPr>
              <a:defRPr sz="2400" b="1">
                <a:solidFill>
                  <a:srgbClr val="000000"/>
                </a:solidFill>
              </a:defRPr>
            </a:lvl4pPr>
            <a:lvl5pPr>
              <a:defRPr sz="2400" b="1">
                <a:solidFill>
                  <a:srgbClr val="000000"/>
                </a:solidFill>
              </a:defRPr>
            </a:lvl5pPr>
            <a:lvl6pPr>
              <a:defRPr sz="2400" b="1">
                <a:solidFill>
                  <a:srgbClr val="000000"/>
                </a:solidFill>
              </a:defRPr>
            </a:lvl6pPr>
            <a:lvl7pPr>
              <a:defRPr sz="2400" b="1">
                <a:solidFill>
                  <a:srgbClr val="000000"/>
                </a:solidFill>
              </a:defRPr>
            </a:lvl7pPr>
            <a:lvl8pPr>
              <a:defRPr sz="2400" b="1">
                <a:solidFill>
                  <a:srgbClr val="000000"/>
                </a:solidFill>
              </a:defRPr>
            </a:lvl8pPr>
            <a:lvl9pPr>
              <a:defRPr sz="2400" b="1">
                <a:solidFill>
                  <a:srgbClr val="000000"/>
                </a:solidFill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My C + Python approach</a:t>
            </a:r>
          </a:p>
        </p:txBody>
      </p:sp>
      <p:sp>
        <p:nvSpPr>
          <p:cNvPr id="220" name="my-description">
            <a:extLst xmlns:a="http://schemas.openxmlformats.org/drawingml/2006/main">
              <a:ext uri="{FF2B5EF4-FFF2-40B4-BE49-F238E27FC236}">
                <a16:creationId xmlns:a16="http://schemas.microsoft.com/office/drawing/2014/main" id="{FB4801FF-3F5D-42DF-B85D-72E3478D0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943100"/>
            <a:ext cx="50958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000000"/>
                </a:solidFill>
              </a:defRPr>
            </a:defPPr>
            <a:lvl1pPr>
              <a:defRPr sz="2100" b="0">
                <a:solidFill>
                  <a:srgbClr val="000000"/>
                </a:solidFill>
              </a:defRPr>
            </a:lvl1pPr>
            <a:lvl2pPr>
              <a:defRPr sz="2100" b="0">
                <a:solidFill>
                  <a:srgbClr val="000000"/>
                </a:solidFill>
              </a:defRPr>
            </a:lvl2pPr>
            <a:lvl3pPr>
              <a:defRPr sz="2100" b="0">
                <a:solidFill>
                  <a:srgbClr val="000000"/>
                </a:solidFill>
              </a:defRPr>
            </a:lvl3pPr>
            <a:lvl4pPr>
              <a:defRPr sz="2100" b="0">
                <a:solidFill>
                  <a:srgbClr val="000000"/>
                </a:solidFill>
              </a:defRPr>
            </a:lvl4pPr>
            <a:lvl5pPr>
              <a:defRPr sz="2100" b="0">
                <a:solidFill>
                  <a:srgbClr val="000000"/>
                </a:solidFill>
              </a:defRPr>
            </a:lvl5pPr>
            <a:lvl6pPr>
              <a:defRPr sz="2100" b="0">
                <a:solidFill>
                  <a:srgbClr val="000000"/>
                </a:solidFill>
              </a:defRPr>
            </a:lvl6pPr>
            <a:lvl7pPr>
              <a:defRPr sz="2100" b="0">
                <a:solidFill>
                  <a:srgbClr val="000000"/>
                </a:solidFill>
              </a:defRPr>
            </a:lvl7pPr>
            <a:lvl8pPr>
              <a:defRPr sz="2100" b="0">
                <a:solidFill>
                  <a:srgbClr val="000000"/>
                </a:solidFill>
              </a:defRPr>
            </a:lvl8pPr>
            <a:lvl9pPr>
              <a:defRPr sz="2100" b="0">
                <a:solidFill>
                  <a:srgbClr val="000000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000000"/>
                </a:solidFill>
              </a:defRPr>
            </a:pPr>
            <a:r>
              <a:rPr sz="2100" b="0">
                <a:solidFill>
                  <a:srgbClr val="000000"/>
                </a:solidFill>
              </a:rPr>
              <a:t>Native C timing on Windows</a:t>
            </a:r>
          </a:p>
          <a:p xmlns:a="http://schemas.openxmlformats.org/drawingml/2006/main">
            <a:pPr>
              <a:defRPr sz="2100" b="0">
                <a:solidFill>
                  <a:srgbClr val="000000"/>
                </a:solidFill>
              </a:defRPr>
            </a:pPr>
            <a:r>
              <a:rPr sz="2100" b="0">
                <a:solidFill>
                  <a:srgbClr val="000000"/>
                </a:solidFill>
              </a:rPr>
              <a:t>260 passwords, each 4–16 characters</a:t>
            </a:r>
          </a:p>
          <a:p xmlns:a="http://schemas.openxmlformats.org/drawingml/2006/main">
            <a:pPr>
              <a:defRPr sz="2100" b="0">
                <a:solidFill>
                  <a:srgbClr val="000000"/>
                </a:solidFill>
              </a:defRPr>
            </a:pPr>
            <a:r>
              <a:rPr sz="2100" b="0">
                <a:solidFill>
                  <a:srgbClr val="000000"/>
                </a:solidFill>
              </a:rPr>
              <a:t>182 train / 39 validation / 39 test</a:t>
            </a:r>
          </a:p>
        </p:txBody>
      </p:sp>
      <p:sp>
        <p:nvSpPr>
          <p:cNvPr id="221" name="result-heading">
            <a:extLst xmlns:a="http://schemas.openxmlformats.org/drawingml/2006/main">
              <a:ext uri="{FF2B5EF4-FFF2-40B4-BE49-F238E27FC236}">
                <a16:creationId xmlns:a16="http://schemas.microsoft.com/office/drawing/2014/main" id="{E8FDEED3-9114-42C1-99A9-4A2436E32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71850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00000"/>
                </a:solidFill>
              </a:defRPr>
            </a:defPPr>
            <a:lvl1pPr>
              <a:defRPr sz="2475" b="1">
                <a:solidFill>
                  <a:srgbClr val="000000"/>
                </a:solidFill>
              </a:defRPr>
            </a:lvl1pPr>
            <a:lvl2pPr>
              <a:defRPr sz="2475" b="1">
                <a:solidFill>
                  <a:srgbClr val="000000"/>
                </a:solidFill>
              </a:defRPr>
            </a:lvl2pPr>
            <a:lvl3pPr>
              <a:defRPr sz="2475" b="1">
                <a:solidFill>
                  <a:srgbClr val="000000"/>
                </a:solidFill>
              </a:defRPr>
            </a:lvl3pPr>
            <a:lvl4pPr>
              <a:defRPr sz="2475" b="1">
                <a:solidFill>
                  <a:srgbClr val="000000"/>
                </a:solidFill>
              </a:defRPr>
            </a:lvl4pPr>
            <a:lvl5pPr>
              <a:defRPr sz="2475" b="1">
                <a:solidFill>
                  <a:srgbClr val="000000"/>
                </a:solidFill>
              </a:defRPr>
            </a:lvl5pPr>
            <a:lvl6pPr>
              <a:defRPr sz="2475" b="1">
                <a:solidFill>
                  <a:srgbClr val="000000"/>
                </a:solidFill>
              </a:defRPr>
            </a:lvl6pPr>
            <a:lvl7pPr>
              <a:defRPr sz="2475" b="1">
                <a:solidFill>
                  <a:srgbClr val="000000"/>
                </a:solidFill>
              </a:defRPr>
            </a:lvl7pPr>
            <a:lvl8pPr>
              <a:defRPr sz="2475" b="1">
                <a:solidFill>
                  <a:srgbClr val="000000"/>
                </a:solidFill>
              </a:defRPr>
            </a:lvl8pPr>
            <a:lvl9pPr>
              <a:defRPr sz="2475" b="1">
                <a:solidFill>
                  <a:srgbClr val="000000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00000"/>
                </a:solidFill>
              </a:defRPr>
            </a:pPr>
            <a:r>
              <a:rPr sz="2475" b="1">
                <a:solidFill>
                  <a:srgbClr val="000000"/>
                </a:solidFill>
              </a:rPr>
              <a:t>V2: adaptive sampling + final verification</a:t>
            </a:r>
          </a:p>
        </p:txBody>
      </p:sp>
      <p:sp>
        <p:nvSpPr>
          <p:cNvPr id="222" name="results">
            <a:extLst xmlns:a="http://schemas.openxmlformats.org/drawingml/2006/main">
              <a:ext uri="{FF2B5EF4-FFF2-40B4-BE49-F238E27FC236}">
                <a16:creationId xmlns:a16="http://schemas.microsoft.com/office/drawing/2014/main" id="{A944AC8A-E714-48D5-8EE2-9CFB12D39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86200"/>
            <a:ext cx="10572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000000"/>
                </a:solidFill>
              </a:defRPr>
            </a:defPPr>
            <a:lvl1pPr>
              <a:defRPr sz="2250" b="0">
                <a:solidFill>
                  <a:srgbClr val="000000"/>
                </a:solidFill>
              </a:defRPr>
            </a:lvl1pPr>
            <a:lvl2pPr>
              <a:defRPr sz="2250" b="0">
                <a:solidFill>
                  <a:srgbClr val="000000"/>
                </a:solidFill>
              </a:defRPr>
            </a:lvl2pPr>
            <a:lvl3pPr>
              <a:defRPr sz="2250" b="0">
                <a:solidFill>
                  <a:srgbClr val="000000"/>
                </a:solidFill>
              </a:defRPr>
            </a:lvl3pPr>
            <a:lvl4pPr>
              <a:defRPr sz="2250" b="0">
                <a:solidFill>
                  <a:srgbClr val="000000"/>
                </a:solidFill>
              </a:defRPr>
            </a:lvl4pPr>
            <a:lvl5pPr>
              <a:defRPr sz="2250" b="0">
                <a:solidFill>
                  <a:srgbClr val="000000"/>
                </a:solidFill>
              </a:defRPr>
            </a:lvl5pPr>
            <a:lvl6pPr>
              <a:defRPr sz="2250" b="0">
                <a:solidFill>
                  <a:srgbClr val="000000"/>
                </a:solidFill>
              </a:defRPr>
            </a:lvl6pPr>
            <a:lvl7pPr>
              <a:defRPr sz="2250" b="0">
                <a:solidFill>
                  <a:srgbClr val="000000"/>
                </a:solidFill>
              </a:defRPr>
            </a:lvl7pPr>
            <a:lvl8pPr>
              <a:defRPr sz="2250" b="0">
                <a:solidFill>
                  <a:srgbClr val="000000"/>
                </a:solidFill>
              </a:defRPr>
            </a:lvl8pPr>
            <a:lvl9pPr>
              <a:defRPr sz="2250" b="0">
                <a:solidFill>
                  <a:srgbClr val="000000"/>
                </a:solidFill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000000"/>
                </a:solidFill>
              </a:defRPr>
            </a:pPr>
            <a:r>
              <a:rPr sz="2250" b="0">
                <a:solidFill>
                  <a:srgbClr val="000000"/>
                </a:solidFill>
              </a:rPr>
              <a:t>Learned model: 32/39 recovered, median timing: 24/39</a:t>
            </a:r>
          </a:p>
          <a:p xmlns:a="http://schemas.openxmlformats.org/drawingml/2006/main">
            <a:pPr>
              <a:defRPr sz="2250" b="0">
                <a:solidFill>
                  <a:srgbClr val="000000"/>
                </a:solidFill>
              </a:defRPr>
            </a:pPr>
            <a:r>
              <a:rPr sz="2250" b="0">
                <a:solidFill>
                  <a:srgbClr val="000000"/>
                </a:solidFill>
              </a:rPr>
              <a:t>56% fewer calls than the fixed-sample learned model</a:t>
            </a:r>
          </a:p>
          <a:p xmlns:a="http://schemas.openxmlformats.org/drawingml/2006/main">
            <a:pPr>
              <a:defRPr sz="2250" b="0">
                <a:solidFill>
                  <a:srgbClr val="000000"/>
                </a:solidFill>
              </a:defRPr>
            </a:pPr>
            <a:r>
              <a:rPr sz="2250" b="0">
                <a:solidFill>
                  <a:srgbClr val="000000"/>
                </a:solidFill>
              </a:rPr>
              <a:t>Fixed-work control: 0/39 recovered</a:t>
            </a:r>
          </a:p>
        </p:txBody>
      </p:sp>
      <p:sp>
        <p:nvSpPr>
          <p:cNvPr id="223" name="limits">
            <a:extLst xmlns:a="http://schemas.openxmlformats.org/drawingml/2006/main">
              <a:ext uri="{FF2B5EF4-FFF2-40B4-BE49-F238E27FC236}">
                <a16:creationId xmlns:a16="http://schemas.microsoft.com/office/drawing/2014/main" id="{CAA42B19-C8C5-40C7-A462-8A72016C4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19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000000"/>
                </a:solidFill>
              </a:defRPr>
            </a:defPPr>
            <a:lvl1pPr>
              <a:defRPr sz="1650" b="0">
                <a:solidFill>
                  <a:srgbClr val="000000"/>
                </a:solidFill>
              </a:defRPr>
            </a:lvl1pPr>
            <a:lvl2pPr>
              <a:defRPr sz="1650" b="0">
                <a:solidFill>
                  <a:srgbClr val="000000"/>
                </a:solidFill>
              </a:defRPr>
            </a:lvl2pPr>
            <a:lvl3pPr>
              <a:defRPr sz="1650" b="0">
                <a:solidFill>
                  <a:srgbClr val="000000"/>
                </a:solidFill>
              </a:defRPr>
            </a:lvl3pPr>
            <a:lvl4pPr>
              <a:defRPr sz="1650" b="0">
                <a:solidFill>
                  <a:srgbClr val="000000"/>
                </a:solidFill>
              </a:defRPr>
            </a:lvl4pPr>
            <a:lvl5pPr>
              <a:defRPr sz="1650" b="0">
                <a:solidFill>
                  <a:srgbClr val="000000"/>
                </a:solidFill>
              </a:defRPr>
            </a:lvl5pPr>
            <a:lvl6pPr>
              <a:defRPr sz="1650" b="0">
                <a:solidFill>
                  <a:srgbClr val="000000"/>
                </a:solidFill>
              </a:defRPr>
            </a:lvl6pPr>
            <a:lvl7pPr>
              <a:defRPr sz="1650" b="0">
                <a:solidFill>
                  <a:srgbClr val="000000"/>
                </a:solidFill>
              </a:defRPr>
            </a:lvl7pPr>
            <a:lvl8pPr>
              <a:defRPr sz="1650" b="0">
                <a:solidFill>
                  <a:srgbClr val="000000"/>
                </a:solidFill>
              </a:defRPr>
            </a:lvl8pPr>
            <a:lvl9pPr>
              <a:defRPr sz="1650" b="0">
                <a:solidFill>
                  <a:srgbClr val="000000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Known length and alphabet. No artificial delays in my experiments.</a:t>
            </a:r>
          </a:p>
          <a:p xmlns:a="http://schemas.openxmlformats.org/drawingml/2006/main">
            <a:pPr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Beam search exhausted its budget. Separate setups, not a Rust vs. C benchmark.</a:t>
            </a:r>
          </a:p>
        </p:txBody>
      </p:sp>
    </p:spTree>
    <p:extLst>
      <p:ext uri="{BB962C8B-B14F-4D97-AF65-F5344CB8AC3E}">
        <p14:creationId xmlns:p14="http://schemas.microsoft.com/office/powerpoint/2010/main" val="158654944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2026-10-22T13:44:05.1910000Z</dcterms:created>
  <dcterms:modified xsi:type="dcterms:W3CDTF">2026-10-22T13:44:05.1910000Z</dcterms:modified>
</coreProperties>
</file>